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handoutMasterIdLst>
    <p:handoutMasterId r:id="rId16"/>
  </p:handoutMasterIdLst>
  <p:sldIdLst>
    <p:sldId id="261" r:id="rId2"/>
    <p:sldId id="257" r:id="rId3"/>
    <p:sldId id="263" r:id="rId4"/>
    <p:sldId id="264" r:id="rId5"/>
    <p:sldId id="265" r:id="rId6"/>
    <p:sldId id="266" r:id="rId7"/>
    <p:sldId id="267" r:id="rId8"/>
    <p:sldId id="268" r:id="rId9"/>
    <p:sldId id="269" r:id="rId10"/>
    <p:sldId id="270" r:id="rId11"/>
    <p:sldId id="271" r:id="rId12"/>
    <p:sldId id="272" r:id="rId13"/>
    <p:sldId id="27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706" autoAdjust="0"/>
  </p:normalViewPr>
  <p:slideViewPr>
    <p:cSldViewPr snapToGrid="0">
      <p:cViewPr varScale="1">
        <p:scale>
          <a:sx n="78" d="100"/>
          <a:sy n="78" d="100"/>
        </p:scale>
        <p:origin x="878" y="67"/>
      </p:cViewPr>
      <p:guideLst>
        <p:guide pos="3840"/>
        <p:guide orient="horz" pos="216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2" d="100"/>
          <a:sy n="82" d="100"/>
        </p:scale>
        <p:origin x="3852" y="7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9041DB8-B66F-4DC8-A96E-33677E0F90FF}" type="datetimeFigureOut">
              <a:rPr lang="en-US" smtClean="0"/>
              <a:t>1/15/2026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04A0D4-B89B-4ADD-AF9E-38636B40EE4E}" type="slidenum">
              <a:rPr lang="en-US" smtClean="0"/>
              <a:t>‹#›</a:t>
            </a:fld>
            <a:endParaRPr lang="en-US"/>
          </a:p>
        </p:txBody>
      </p:sp>
    </p:spTree>
    <p:extLst>
      <p:ext uri="{BB962C8B-B14F-4D97-AF65-F5344CB8AC3E}">
        <p14:creationId xmlns:p14="http://schemas.microsoft.com/office/powerpoint/2010/main" val="4247389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B49C4A-65AC-492D-9701-81B46C3AD0E4}" type="datetimeFigureOut">
              <a:rPr lang="en-US" smtClean="0"/>
              <a:t>1/15/2026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0861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869989-EB00-4EE7-BCB5-25BDC5BB29F8}" type="slidenum">
              <a:rPr lang="en-US" smtClean="0"/>
              <a:t>‹#›</a:t>
            </a:fld>
            <a:endParaRPr lang="en-US"/>
          </a:p>
        </p:txBody>
      </p:sp>
    </p:spTree>
    <p:extLst>
      <p:ext uri="{BB962C8B-B14F-4D97-AF65-F5344CB8AC3E}">
        <p14:creationId xmlns:p14="http://schemas.microsoft.com/office/powerpoint/2010/main" val="21936361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82869989-EB00-4EE7-BCB5-25BDC5BB29F8}" type="slidenum">
              <a:rPr lang="en-US" smtClean="0"/>
              <a:t>2</a:t>
            </a:fld>
            <a:endParaRPr lang="en-US"/>
          </a:p>
        </p:txBody>
      </p:sp>
    </p:spTree>
    <p:extLst>
      <p:ext uri="{BB962C8B-B14F-4D97-AF65-F5344CB8AC3E}">
        <p14:creationId xmlns:p14="http://schemas.microsoft.com/office/powerpoint/2010/main" val="19803039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5" name="Group 4"/>
          <p:cNvGrpSpPr/>
          <p:nvPr userDrawn="1"/>
        </p:nvGrpSpPr>
        <p:grpSpPr bwMode="hidden">
          <a:xfrm>
            <a:off x="-1" y="0"/>
            <a:ext cx="12192002" cy="6858000"/>
            <a:chOff x="-1" y="0"/>
            <a:chExt cx="12192002" cy="6858000"/>
          </a:xfrm>
        </p:grpSpPr>
        <p:cxnSp>
          <p:nvCxnSpPr>
            <p:cNvPr id="6" name="Straight Connector 5"/>
            <p:cNvCxnSpPr/>
            <p:nvPr/>
          </p:nvCxnSpPr>
          <p:spPr bwMode="hidden">
            <a:xfrm>
              <a:off x="610194"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bwMode="hidden">
            <a:xfrm>
              <a:off x="1829332"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bwMode="hidden">
            <a:xfrm>
              <a:off x="3048470"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bwMode="hidden">
            <a:xfrm>
              <a:off x="4267608"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bwMode="hidden">
            <a:xfrm>
              <a:off x="5486746"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bwMode="hidden">
            <a:xfrm>
              <a:off x="6705884"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hidden">
            <a:xfrm>
              <a:off x="7925022"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hidden">
            <a:xfrm>
              <a:off x="9144160"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bwMode="hidden">
            <a:xfrm>
              <a:off x="10363298"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bwMode="hidden">
            <a:xfrm>
              <a:off x="11582436" y="0"/>
              <a:ext cx="0"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bwMode="hidden">
            <a:xfrm>
              <a:off x="2819" y="386485"/>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hidden">
            <a:xfrm>
              <a:off x="2819" y="1611181"/>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hidden">
            <a:xfrm>
              <a:off x="2819" y="2835877"/>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hidden">
            <a:xfrm>
              <a:off x="2819" y="4060573"/>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hidden">
            <a:xfrm>
              <a:off x="2819" y="5285269"/>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hidden">
            <a:xfrm>
              <a:off x="2819" y="6509965"/>
              <a:ext cx="12188952" cy="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nvGrpSpPr>
            <p:cNvPr id="23" name="Group 22"/>
            <p:cNvGrpSpPr/>
            <p:nvPr userDrawn="1"/>
          </p:nvGrpSpPr>
          <p:grpSpPr bwMode="hidden">
            <a:xfrm>
              <a:off x="-1" y="0"/>
              <a:ext cx="12192001" cy="6858000"/>
              <a:chOff x="-1" y="0"/>
              <a:chExt cx="12192001" cy="6858000"/>
            </a:xfrm>
          </p:grpSpPr>
          <p:cxnSp>
            <p:nvCxnSpPr>
              <p:cNvPr id="41" name="Straight Connector 40"/>
              <p:cNvCxnSpPr/>
              <p:nvPr/>
            </p:nvCxnSpPr>
            <p:spPr bwMode="hidden">
              <a:xfrm>
                <a:off x="225425"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hidden">
              <a:xfrm>
                <a:off x="1449154"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hidden">
              <a:xfrm>
                <a:off x="2665982"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hidden">
              <a:xfrm>
                <a:off x="3885119"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hidden">
              <a:xfrm>
                <a:off x="5106502"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nvGrpSpPr>
              <p:cNvPr id="46" name="Group 45"/>
              <p:cNvGrpSpPr/>
              <p:nvPr/>
            </p:nvGrpSpPr>
            <p:grpSpPr bwMode="hidden">
              <a:xfrm>
                <a:off x="6327885" y="0"/>
                <a:ext cx="5864115" cy="5898673"/>
                <a:chOff x="6327885" y="0"/>
                <a:chExt cx="5864115" cy="5898673"/>
              </a:xfrm>
            </p:grpSpPr>
            <p:cxnSp>
              <p:nvCxnSpPr>
                <p:cNvPr id="52" name="Straight Connector 51"/>
                <p:cNvCxnSpPr/>
                <p:nvPr/>
              </p:nvCxnSpPr>
              <p:spPr bwMode="hidden">
                <a:xfrm>
                  <a:off x="6327885" y="0"/>
                  <a:ext cx="5864115" cy="5898673"/>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bwMode="hidden">
                <a:xfrm>
                  <a:off x="7549268" y="0"/>
                  <a:ext cx="4642732" cy="467242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bwMode="hidden">
                <a:xfrm>
                  <a:off x="8772997" y="0"/>
                  <a:ext cx="3419003" cy="345674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bwMode="hidden">
                <a:xfrm>
                  <a:off x="9982200" y="0"/>
                  <a:ext cx="2209800" cy="222646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bwMode="hidden">
                <a:xfrm>
                  <a:off x="11199019" y="0"/>
                  <a:ext cx="992981" cy="1002506"/>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cxnSp>
            <p:nvCxnSpPr>
              <p:cNvPr id="47" name="Straight Connector 46"/>
              <p:cNvCxnSpPr/>
              <p:nvPr/>
            </p:nvCxnSpPr>
            <p:spPr bwMode="hidden">
              <a:xfrm flipH="1" flipV="1">
                <a:off x="-1" y="1012053"/>
                <a:ext cx="5828811" cy="584594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bwMode="hidden">
              <a:xfrm flipH="1" flipV="1">
                <a:off x="-1" y="2227340"/>
                <a:ext cx="4614781" cy="4630658"/>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bwMode="hidden">
              <a:xfrm flipH="1" flipV="1">
                <a:off x="-1" y="3432149"/>
                <a:ext cx="3398419" cy="342584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bwMode="hidden">
              <a:xfrm flipH="1" flipV="1">
                <a:off x="-1" y="4651431"/>
                <a:ext cx="2196496" cy="2206567"/>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bwMode="hidden">
              <a:xfrm flipH="1" flipV="1">
                <a:off x="-1" y="5864453"/>
                <a:ext cx="987003" cy="99354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grpSp>
          <p:nvGrpSpPr>
            <p:cNvPr id="24" name="Group 23"/>
            <p:cNvGrpSpPr/>
            <p:nvPr userDrawn="1"/>
          </p:nvGrpSpPr>
          <p:grpSpPr bwMode="hidden">
            <a:xfrm flipH="1">
              <a:off x="0" y="0"/>
              <a:ext cx="12192001" cy="6858000"/>
              <a:chOff x="-1" y="0"/>
              <a:chExt cx="12192001" cy="6858000"/>
            </a:xfrm>
          </p:grpSpPr>
          <p:cxnSp>
            <p:nvCxnSpPr>
              <p:cNvPr id="25" name="Straight Connector 24"/>
              <p:cNvCxnSpPr/>
              <p:nvPr/>
            </p:nvCxnSpPr>
            <p:spPr bwMode="hidden">
              <a:xfrm>
                <a:off x="225425"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bwMode="hidden">
              <a:xfrm>
                <a:off x="1449154"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hidden">
              <a:xfrm>
                <a:off x="2665982"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hidden">
              <a:xfrm>
                <a:off x="3885119"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hidden">
              <a:xfrm>
                <a:off x="5150644" y="0"/>
                <a:ext cx="6815931" cy="6858000"/>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nvGrpSpPr>
              <p:cNvPr id="30" name="Group 29"/>
              <p:cNvGrpSpPr/>
              <p:nvPr/>
            </p:nvGrpSpPr>
            <p:grpSpPr bwMode="hidden">
              <a:xfrm>
                <a:off x="6327885" y="0"/>
                <a:ext cx="5864115" cy="5898673"/>
                <a:chOff x="6327885" y="0"/>
                <a:chExt cx="5864115" cy="5898673"/>
              </a:xfrm>
            </p:grpSpPr>
            <p:cxnSp>
              <p:nvCxnSpPr>
                <p:cNvPr id="36" name="Straight Connector 35"/>
                <p:cNvCxnSpPr/>
                <p:nvPr/>
              </p:nvCxnSpPr>
              <p:spPr bwMode="hidden">
                <a:xfrm>
                  <a:off x="6327885" y="0"/>
                  <a:ext cx="5864115" cy="5898673"/>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hidden">
                <a:xfrm>
                  <a:off x="7549268" y="0"/>
                  <a:ext cx="4642732" cy="467242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hidden">
                <a:xfrm>
                  <a:off x="8772997" y="0"/>
                  <a:ext cx="3419003" cy="345674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hidden">
                <a:xfrm>
                  <a:off x="9982200" y="0"/>
                  <a:ext cx="2209800" cy="222646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hidden">
                <a:xfrm>
                  <a:off x="11199019" y="0"/>
                  <a:ext cx="992981" cy="1002506"/>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cxnSp>
            <p:nvCxnSpPr>
              <p:cNvPr id="31" name="Straight Connector 30"/>
              <p:cNvCxnSpPr/>
              <p:nvPr/>
            </p:nvCxnSpPr>
            <p:spPr bwMode="hidden">
              <a:xfrm flipH="1" flipV="1">
                <a:off x="-1" y="1012053"/>
                <a:ext cx="5828811" cy="584594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hidden">
              <a:xfrm flipH="1" flipV="1">
                <a:off x="-1" y="2227340"/>
                <a:ext cx="4614781" cy="4630658"/>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hidden">
              <a:xfrm flipH="1" flipV="1">
                <a:off x="-1" y="3432149"/>
                <a:ext cx="3398419" cy="3425849"/>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hidden">
              <a:xfrm flipH="1" flipV="1">
                <a:off x="-1" y="4651431"/>
                <a:ext cx="2196496" cy="2206567"/>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hidden">
              <a:xfrm flipH="1" flipV="1">
                <a:off x="-1" y="5864453"/>
                <a:ext cx="987003" cy="993545"/>
              </a:xfrm>
              <a:prstGeom prst="line">
                <a:avLst/>
              </a:prstGeom>
              <a:ln>
                <a:solidFill>
                  <a:schemeClr val="bg1">
                    <a:lumMod val="85000"/>
                    <a:alpha val="35000"/>
                  </a:schemeClr>
                </a:solidFill>
              </a:ln>
            </p:spPr>
            <p:style>
              <a:lnRef idx="1">
                <a:schemeClr val="accent1"/>
              </a:lnRef>
              <a:fillRef idx="0">
                <a:schemeClr val="accent1"/>
              </a:fillRef>
              <a:effectRef idx="0">
                <a:schemeClr val="accent1"/>
              </a:effectRef>
              <a:fontRef idx="minor">
                <a:schemeClr val="tx1"/>
              </a:fontRef>
            </p:style>
          </p:cxnSp>
        </p:grpSp>
      </p:grpSp>
      <p:sp>
        <p:nvSpPr>
          <p:cNvPr id="2" name="Title 1"/>
          <p:cNvSpPr>
            <a:spLocks noGrp="1"/>
          </p:cNvSpPr>
          <p:nvPr>
            <p:ph type="ctrTitle"/>
          </p:nvPr>
        </p:nvSpPr>
        <p:spPr>
          <a:xfrm>
            <a:off x="1293845" y="1909346"/>
            <a:ext cx="9604310" cy="3383280"/>
          </a:xfrm>
        </p:spPr>
        <p:txBody>
          <a:bodyPr anchor="b">
            <a:normAutofit/>
          </a:bodyPr>
          <a:lstStyle>
            <a:lvl1pPr algn="l">
              <a:lnSpc>
                <a:spcPct val="76000"/>
              </a:lnSpc>
              <a:defRPr sz="8000" cap="none"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93845" y="5432564"/>
            <a:ext cx="9604310" cy="457200"/>
          </a:xfrm>
        </p:spPr>
        <p:txBody>
          <a:bodyPr>
            <a:normAutofit/>
          </a:bodyPr>
          <a:lstStyle>
            <a:lvl1pPr marL="0" indent="0" algn="l">
              <a:spcBef>
                <a:spcPts val="0"/>
              </a:spcBef>
              <a:buNone/>
              <a:defRPr sz="2000" b="0">
                <a:solidFill>
                  <a:schemeClr val="accent1">
                    <a:lumMod val="7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cxnSp>
        <p:nvCxnSpPr>
          <p:cNvPr id="58" name="Straight Connector 57"/>
          <p:cNvCxnSpPr/>
          <p:nvPr userDrawn="1"/>
        </p:nvCxnSpPr>
        <p:spPr>
          <a:xfrm>
            <a:off x="1295400" y="5294175"/>
            <a:ext cx="9601200" cy="0"/>
          </a:xfrm>
          <a:prstGeom prst="line">
            <a:avLst/>
          </a:prstGeom>
          <a:ln w="127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88627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dirty="0"/>
              <a:t>Add a footer</a:t>
            </a:r>
          </a:p>
        </p:txBody>
      </p:sp>
      <p:sp>
        <p:nvSpPr>
          <p:cNvPr id="4" name="Date Placeholder 3"/>
          <p:cNvSpPr>
            <a:spLocks noGrp="1"/>
          </p:cNvSpPr>
          <p:nvPr>
            <p:ph type="dt" sz="half" idx="10"/>
          </p:nvPr>
        </p:nvSpPr>
        <p:spPr/>
        <p:txBody>
          <a:bodyPr/>
          <a:lstStyle/>
          <a:p>
            <a:fld id="{AE374B5B-21A0-4192-BF4C-38187F1A68D8}" type="datetime1">
              <a:rPr lang="en-US" smtClean="0"/>
              <a:t>1/15/2026</a:t>
            </a:fld>
            <a:endParaRPr lang="en-US"/>
          </a:p>
        </p:txBody>
      </p:sp>
      <p:sp>
        <p:nvSpPr>
          <p:cNvPr id="6" name="Slide Number Placeholder 5"/>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3112444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gradFill flip="none" rotWithShape="1">
          <a:gsLst>
            <a:gs pos="0">
              <a:schemeClr val="accent1"/>
            </a:gs>
            <a:gs pos="97000">
              <a:schemeClr val="accent1">
                <a:lumMod val="80000"/>
              </a:schemeClr>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7" name="Group 6"/>
          <p:cNvGrpSpPr/>
          <p:nvPr userDrawn="1"/>
        </p:nvGrpSpPr>
        <p:grpSpPr bwMode="hidden">
          <a:xfrm>
            <a:off x="-1" y="0"/>
            <a:ext cx="12192002" cy="6858000"/>
            <a:chOff x="-1" y="0"/>
            <a:chExt cx="12192002" cy="6858000"/>
          </a:xfrm>
        </p:grpSpPr>
        <p:cxnSp>
          <p:nvCxnSpPr>
            <p:cNvPr id="8" name="Straight Connector 7"/>
            <p:cNvCxnSpPr/>
            <p:nvPr/>
          </p:nvCxnSpPr>
          <p:spPr bwMode="hidden">
            <a:xfrm>
              <a:off x="61019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bwMode="hidden">
            <a:xfrm>
              <a:off x="182933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bwMode="hidden">
            <a:xfrm>
              <a:off x="304847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bwMode="hidden">
            <a:xfrm>
              <a:off x="426760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bwMode="hidden">
            <a:xfrm>
              <a:off x="548674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hidden">
            <a:xfrm>
              <a:off x="670588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hidden">
            <a:xfrm>
              <a:off x="792502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bwMode="hidden">
            <a:xfrm>
              <a:off x="914416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bwMode="hidden">
            <a:xfrm>
              <a:off x="1036329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bwMode="hidden">
            <a:xfrm>
              <a:off x="1158243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hidden">
            <a:xfrm>
              <a:off x="2819" y="38648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hidden">
            <a:xfrm>
              <a:off x="2819" y="1611181"/>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hidden">
            <a:xfrm>
              <a:off x="2819" y="2835877"/>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hidden">
            <a:xfrm>
              <a:off x="2819" y="4060573"/>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hidden">
            <a:xfrm>
              <a:off x="2819" y="5285269"/>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hidden">
            <a:xfrm>
              <a:off x="2819" y="650996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24" name="Group 23"/>
            <p:cNvGrpSpPr/>
            <p:nvPr userDrawn="1"/>
          </p:nvGrpSpPr>
          <p:grpSpPr bwMode="hidden">
            <a:xfrm>
              <a:off x="-1" y="0"/>
              <a:ext cx="12192001" cy="6858000"/>
              <a:chOff x="-1" y="0"/>
              <a:chExt cx="12192001" cy="6858000"/>
            </a:xfrm>
          </p:grpSpPr>
          <p:cxnSp>
            <p:nvCxnSpPr>
              <p:cNvPr id="42" name="Straight Connector 41"/>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bwMode="hidden">
              <a:xfrm>
                <a:off x="510650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47" name="Group 46"/>
              <p:cNvGrpSpPr/>
              <p:nvPr/>
            </p:nvGrpSpPr>
            <p:grpSpPr bwMode="hidden">
              <a:xfrm>
                <a:off x="6327885" y="0"/>
                <a:ext cx="5864115" cy="5898673"/>
                <a:chOff x="6327885" y="0"/>
                <a:chExt cx="5864115" cy="5898673"/>
              </a:xfrm>
            </p:grpSpPr>
            <p:cxnSp>
              <p:nvCxnSpPr>
                <p:cNvPr id="53" name="Straight Connector 52"/>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48" name="Straight Connector 47"/>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nvGrpSpPr>
            <p:cNvPr id="25" name="Group 24"/>
            <p:cNvGrpSpPr/>
            <p:nvPr userDrawn="1"/>
          </p:nvGrpSpPr>
          <p:grpSpPr bwMode="hidden">
            <a:xfrm flipH="1">
              <a:off x="0" y="0"/>
              <a:ext cx="12192001" cy="6858000"/>
              <a:chOff x="-1" y="0"/>
              <a:chExt cx="12192001" cy="6858000"/>
            </a:xfrm>
          </p:grpSpPr>
          <p:cxnSp>
            <p:nvCxnSpPr>
              <p:cNvPr id="26" name="Straight Connector 25"/>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hidden">
              <a:xfrm>
                <a:off x="515064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31" name="Group 30"/>
              <p:cNvGrpSpPr/>
              <p:nvPr/>
            </p:nvGrpSpPr>
            <p:grpSpPr bwMode="hidden">
              <a:xfrm>
                <a:off x="6327885" y="0"/>
                <a:ext cx="5864115" cy="5898673"/>
                <a:chOff x="6327885" y="0"/>
                <a:chExt cx="5864115" cy="5898673"/>
              </a:xfrm>
            </p:grpSpPr>
            <p:cxnSp>
              <p:nvCxnSpPr>
                <p:cNvPr id="37" name="Straight Connector 36"/>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32" name="Straight Connector 31"/>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sp>
        <p:nvSpPr>
          <p:cNvPr id="2" name="Title 1"/>
          <p:cNvSpPr>
            <a:spLocks noGrp="1"/>
          </p:cNvSpPr>
          <p:nvPr>
            <p:ph type="title"/>
          </p:nvPr>
        </p:nvSpPr>
        <p:spPr>
          <a:xfrm>
            <a:off x="1295400" y="2541573"/>
            <a:ext cx="9601200" cy="2743200"/>
          </a:xfrm>
        </p:spPr>
        <p:txBody>
          <a:bodyPr anchor="b">
            <a:normAutofit/>
          </a:bodyPr>
          <a:lstStyle>
            <a:lvl1pPr>
              <a:lnSpc>
                <a:spcPct val="85000"/>
              </a:lnSpc>
              <a:defRPr sz="6000" cap="none" baseline="0">
                <a:solidFill>
                  <a:schemeClr val="tx1"/>
                </a:solidFill>
              </a:defRPr>
            </a:lvl1pPr>
          </a:lstStyle>
          <a:p>
            <a:r>
              <a:rPr lang="en-US"/>
              <a:t>Click to edit Master title style</a:t>
            </a:r>
            <a:endParaRPr lang="en-US" dirty="0"/>
          </a:p>
        </p:txBody>
      </p:sp>
      <p:sp>
        <p:nvSpPr>
          <p:cNvPr id="3" name="Text Placeholder 2"/>
          <p:cNvSpPr>
            <a:spLocks noGrp="1"/>
          </p:cNvSpPr>
          <p:nvPr>
            <p:ph type="body" idx="1"/>
          </p:nvPr>
        </p:nvSpPr>
        <p:spPr>
          <a:xfrm>
            <a:off x="1295400" y="5431536"/>
            <a:ext cx="9601200" cy="457200"/>
          </a:xfrm>
        </p:spPr>
        <p:txBody>
          <a:bodyPr>
            <a:normAutofit/>
          </a:bodyPr>
          <a:lstStyle>
            <a:lvl1pPr marL="0" indent="0">
              <a:spcBef>
                <a:spcPts val="0"/>
              </a:spcBef>
              <a:buNone/>
              <a:defRPr sz="2000" b="0">
                <a:solidFill>
                  <a:schemeClr val="tx1"/>
                </a:solidFill>
              </a:defRPr>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cxnSp>
        <p:nvCxnSpPr>
          <p:cNvPr id="58" name="Straight Connector 57"/>
          <p:cNvCxnSpPr/>
          <p:nvPr userDrawn="1"/>
        </p:nvCxnSpPr>
        <p:spPr>
          <a:xfrm>
            <a:off x="1295400" y="5294175"/>
            <a:ext cx="96012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67780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95400" y="1981199"/>
            <a:ext cx="4572000" cy="3810001"/>
          </a:xfrm>
        </p:spPr>
        <p:txBody>
          <a:bodyPr>
            <a:normAutofit/>
          </a:bodyPr>
          <a:lstStyle>
            <a:lvl1pPr>
              <a:defRPr sz="2000"/>
            </a:lvl1pPr>
            <a:lvl2pPr>
              <a:defRPr sz="1800"/>
            </a:lvl2pPr>
            <a:lvl3pPr>
              <a:defRPr sz="1600"/>
            </a:lvl3pPr>
            <a:lvl4pPr>
              <a:defRPr sz="1400"/>
            </a:lvl4pPr>
            <a:lvl5pPr>
              <a:defRPr sz="14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24600" y="1981199"/>
            <a:ext cx="4572000" cy="3810001"/>
          </a:xfrm>
        </p:spPr>
        <p:txBody>
          <a:bodyPr>
            <a:normAutofit/>
          </a:bodyPr>
          <a:lstStyle>
            <a:lvl1pPr>
              <a:defRPr sz="2000"/>
            </a:lvl1pPr>
            <a:lvl2pPr>
              <a:defRPr sz="1800"/>
            </a:lvl2pPr>
            <a:lvl3pPr>
              <a:defRPr sz="1600"/>
            </a:lvl3pPr>
            <a:lvl4pPr>
              <a:defRPr sz="1400"/>
            </a:lvl4pPr>
            <a:lvl5pPr>
              <a:defRPr sz="14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1"/>
          </p:nvPr>
        </p:nvSpPr>
        <p:spPr/>
        <p:txBody>
          <a:bodyPr/>
          <a:lstStyle/>
          <a:p>
            <a:r>
              <a:rPr lang="en-US" dirty="0"/>
              <a:t>Add a footer</a:t>
            </a:r>
          </a:p>
        </p:txBody>
      </p:sp>
      <p:sp>
        <p:nvSpPr>
          <p:cNvPr id="5" name="Date Placeholder 4"/>
          <p:cNvSpPr>
            <a:spLocks noGrp="1"/>
          </p:cNvSpPr>
          <p:nvPr>
            <p:ph type="dt" sz="half" idx="10"/>
          </p:nvPr>
        </p:nvSpPr>
        <p:spPr/>
        <p:txBody>
          <a:bodyPr/>
          <a:lstStyle/>
          <a:p>
            <a:fld id="{33B5CF7C-B333-48E1-A4A6-83A3C8B73AC0}" type="datetime1">
              <a:rPr lang="en-US" smtClean="0"/>
              <a:t>1/15/2026</a:t>
            </a:fld>
            <a:endParaRPr lang="en-US"/>
          </a:p>
        </p:txBody>
      </p:sp>
      <p:sp>
        <p:nvSpPr>
          <p:cNvPr id="7" name="Slide Number Placeholder 6"/>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40445679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1295400" y="1818322"/>
            <a:ext cx="4572000" cy="641350"/>
          </a:xfrm>
        </p:spPr>
        <p:txBody>
          <a:bodyPr anchor="ctr">
            <a:normAutofit/>
          </a:bodyPr>
          <a:lstStyle>
            <a:lvl1pPr marL="0" indent="0">
              <a:spcBef>
                <a:spcPts val="0"/>
              </a:spcBef>
              <a:buNone/>
              <a:defRPr sz="20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2503713"/>
            <a:ext cx="4572000" cy="3287487"/>
          </a:xfrm>
        </p:spPr>
        <p:txBody>
          <a:bodyPr>
            <a:normAutofit/>
          </a:bodyPr>
          <a:lstStyle>
            <a:lvl1pPr>
              <a:defRPr sz="2000"/>
            </a:lvl1pPr>
            <a:lvl2pPr>
              <a:defRPr sz="1800"/>
            </a:lvl2pPr>
            <a:lvl3pPr>
              <a:defRPr sz="1600"/>
            </a:lvl3pPr>
            <a:lvl4pPr>
              <a:defRPr sz="1400"/>
            </a:lvl4pPr>
            <a:lvl5pPr>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24600" y="1818322"/>
            <a:ext cx="4572000" cy="641350"/>
          </a:xfrm>
        </p:spPr>
        <p:txBody>
          <a:bodyPr anchor="ctr">
            <a:normAutofit/>
          </a:bodyPr>
          <a:lstStyle>
            <a:lvl1pPr marL="0" indent="0">
              <a:spcBef>
                <a:spcPts val="0"/>
              </a:spcBef>
              <a:buNone/>
              <a:defRPr sz="20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24600" y="2503713"/>
            <a:ext cx="4572000" cy="3287487"/>
          </a:xfrm>
        </p:spPr>
        <p:txBody>
          <a:bodyPr>
            <a:normAutofit/>
          </a:bodyPr>
          <a:lstStyle>
            <a:lvl1pPr>
              <a:defRPr sz="2000"/>
            </a:lvl1pPr>
            <a:lvl2pPr>
              <a:defRPr sz="1800"/>
            </a:lvl2pPr>
            <a:lvl3pPr>
              <a:defRPr sz="1600"/>
            </a:lvl3pPr>
            <a:lvl4pPr>
              <a:defRPr sz="1400"/>
            </a:lvl4pPr>
            <a:lvl5pPr>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p:cNvSpPr>
            <a:spLocks noGrp="1"/>
          </p:cNvSpPr>
          <p:nvPr>
            <p:ph type="ftr" sz="quarter" idx="11"/>
          </p:nvPr>
        </p:nvSpPr>
        <p:spPr/>
        <p:txBody>
          <a:bodyPr/>
          <a:lstStyle/>
          <a:p>
            <a:r>
              <a:rPr lang="en-US" dirty="0"/>
              <a:t>Add a footer</a:t>
            </a:r>
          </a:p>
        </p:txBody>
      </p:sp>
      <p:sp>
        <p:nvSpPr>
          <p:cNvPr id="7" name="Date Placeholder 6"/>
          <p:cNvSpPr>
            <a:spLocks noGrp="1"/>
          </p:cNvSpPr>
          <p:nvPr>
            <p:ph type="dt" sz="half" idx="10"/>
          </p:nvPr>
        </p:nvSpPr>
        <p:spPr/>
        <p:txBody>
          <a:bodyPr/>
          <a:lstStyle/>
          <a:p>
            <a:fld id="{AE320762-5CBF-4210-AB54-376B091119F8}" type="datetime1">
              <a:rPr lang="en-US" smtClean="0"/>
              <a:t>1/15/2026</a:t>
            </a:fld>
            <a:endParaRPr lang="en-US"/>
          </a:p>
        </p:txBody>
      </p:sp>
      <p:sp>
        <p:nvSpPr>
          <p:cNvPr id="9" name="Slide Number Placeholder 8"/>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33979065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Footer Placeholder 3"/>
          <p:cNvSpPr>
            <a:spLocks noGrp="1"/>
          </p:cNvSpPr>
          <p:nvPr>
            <p:ph type="ftr" sz="quarter" idx="11"/>
          </p:nvPr>
        </p:nvSpPr>
        <p:spPr/>
        <p:txBody>
          <a:bodyPr/>
          <a:lstStyle/>
          <a:p>
            <a:r>
              <a:rPr lang="en-US" dirty="0"/>
              <a:t>Add a footer</a:t>
            </a:r>
          </a:p>
        </p:txBody>
      </p:sp>
      <p:sp>
        <p:nvSpPr>
          <p:cNvPr id="3" name="Date Placeholder 2"/>
          <p:cNvSpPr>
            <a:spLocks noGrp="1"/>
          </p:cNvSpPr>
          <p:nvPr>
            <p:ph type="dt" sz="half" idx="10"/>
          </p:nvPr>
        </p:nvSpPr>
        <p:spPr/>
        <p:txBody>
          <a:bodyPr/>
          <a:lstStyle/>
          <a:p>
            <a:fld id="{7F0DB371-BF5F-4058-A212-1A908E4D2674}" type="datetime1">
              <a:rPr lang="en-US" smtClean="0"/>
              <a:t>1/15/2026</a:t>
            </a:fld>
            <a:endParaRPr lang="en-US"/>
          </a:p>
        </p:txBody>
      </p:sp>
      <p:sp>
        <p:nvSpPr>
          <p:cNvPr id="5" name="Slide Number Placeholder 4"/>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32389767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grpSp>
        <p:nvGrpSpPr>
          <p:cNvPr id="161" name="Group 160"/>
          <p:cNvGrpSpPr/>
          <p:nvPr userDrawn="1"/>
        </p:nvGrpSpPr>
        <p:grpSpPr bwMode="hidden">
          <a:xfrm>
            <a:off x="-1" y="0"/>
            <a:ext cx="12192002" cy="6858000"/>
            <a:chOff x="-1" y="0"/>
            <a:chExt cx="12192002" cy="6858000"/>
          </a:xfrm>
        </p:grpSpPr>
        <p:cxnSp>
          <p:nvCxnSpPr>
            <p:cNvPr id="162" name="Straight Connector 161"/>
            <p:cNvCxnSpPr/>
            <p:nvPr/>
          </p:nvCxnSpPr>
          <p:spPr bwMode="hidden">
            <a:xfrm>
              <a:off x="610194"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3" name="Straight Connector 162"/>
            <p:cNvCxnSpPr/>
            <p:nvPr/>
          </p:nvCxnSpPr>
          <p:spPr bwMode="hidden">
            <a:xfrm>
              <a:off x="1829332"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4" name="Straight Connector 163"/>
            <p:cNvCxnSpPr/>
            <p:nvPr/>
          </p:nvCxnSpPr>
          <p:spPr bwMode="hidden">
            <a:xfrm>
              <a:off x="3048470"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5" name="Straight Connector 164"/>
            <p:cNvCxnSpPr/>
            <p:nvPr/>
          </p:nvCxnSpPr>
          <p:spPr bwMode="hidden">
            <a:xfrm>
              <a:off x="4267608"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6" name="Straight Connector 165"/>
            <p:cNvCxnSpPr/>
            <p:nvPr/>
          </p:nvCxnSpPr>
          <p:spPr bwMode="hidden">
            <a:xfrm>
              <a:off x="5486746"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p:cNvCxnSpPr/>
            <p:nvPr/>
          </p:nvCxnSpPr>
          <p:spPr bwMode="hidden">
            <a:xfrm>
              <a:off x="6705884"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8" name="Straight Connector 167"/>
            <p:cNvCxnSpPr/>
            <p:nvPr/>
          </p:nvCxnSpPr>
          <p:spPr bwMode="hidden">
            <a:xfrm>
              <a:off x="7925022"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p:cNvCxnSpPr/>
            <p:nvPr/>
          </p:nvCxnSpPr>
          <p:spPr bwMode="hidden">
            <a:xfrm>
              <a:off x="9144160"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p:cNvCxnSpPr/>
            <p:nvPr/>
          </p:nvCxnSpPr>
          <p:spPr bwMode="hidden">
            <a:xfrm>
              <a:off x="10363298"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p:nvPr/>
          </p:nvCxnSpPr>
          <p:spPr bwMode="hidden">
            <a:xfrm>
              <a:off x="11582436" y="0"/>
              <a:ext cx="0"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bwMode="hidden">
            <a:xfrm>
              <a:off x="2819" y="386485"/>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3" name="Straight Connector 172"/>
            <p:cNvCxnSpPr/>
            <p:nvPr/>
          </p:nvCxnSpPr>
          <p:spPr bwMode="hidden">
            <a:xfrm>
              <a:off x="2819" y="1611181"/>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4" name="Straight Connector 173"/>
            <p:cNvCxnSpPr/>
            <p:nvPr/>
          </p:nvCxnSpPr>
          <p:spPr bwMode="hidden">
            <a:xfrm>
              <a:off x="2819" y="2835877"/>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5" name="Straight Connector 174"/>
            <p:cNvCxnSpPr/>
            <p:nvPr/>
          </p:nvCxnSpPr>
          <p:spPr bwMode="hidden">
            <a:xfrm>
              <a:off x="2819" y="4060573"/>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p:cNvCxnSpPr/>
            <p:nvPr/>
          </p:nvCxnSpPr>
          <p:spPr bwMode="hidden">
            <a:xfrm>
              <a:off x="2819" y="5285269"/>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77" name="Straight Connector 176"/>
            <p:cNvCxnSpPr/>
            <p:nvPr/>
          </p:nvCxnSpPr>
          <p:spPr bwMode="hidden">
            <a:xfrm>
              <a:off x="2819" y="6509965"/>
              <a:ext cx="12188952" cy="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nvGrpSpPr>
            <p:cNvPr id="178" name="Group 177"/>
            <p:cNvGrpSpPr/>
            <p:nvPr userDrawn="1"/>
          </p:nvGrpSpPr>
          <p:grpSpPr bwMode="hidden">
            <a:xfrm>
              <a:off x="-1" y="0"/>
              <a:ext cx="12192001" cy="6858000"/>
              <a:chOff x="-1" y="0"/>
              <a:chExt cx="12192001" cy="6858000"/>
            </a:xfrm>
          </p:grpSpPr>
          <p:cxnSp>
            <p:nvCxnSpPr>
              <p:cNvPr id="196" name="Straight Connector 195"/>
              <p:cNvCxnSpPr/>
              <p:nvPr/>
            </p:nvCxnSpPr>
            <p:spPr bwMode="hidden">
              <a:xfrm>
                <a:off x="225425"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96"/>
              <p:cNvCxnSpPr/>
              <p:nvPr/>
            </p:nvCxnSpPr>
            <p:spPr bwMode="hidden">
              <a:xfrm>
                <a:off x="1449154"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97"/>
              <p:cNvCxnSpPr/>
              <p:nvPr/>
            </p:nvCxnSpPr>
            <p:spPr bwMode="hidden">
              <a:xfrm>
                <a:off x="2665982"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98"/>
              <p:cNvCxnSpPr/>
              <p:nvPr/>
            </p:nvCxnSpPr>
            <p:spPr bwMode="hidden">
              <a:xfrm>
                <a:off x="3885119"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99"/>
              <p:cNvCxnSpPr/>
              <p:nvPr/>
            </p:nvCxnSpPr>
            <p:spPr bwMode="hidden">
              <a:xfrm>
                <a:off x="5106502"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nvGrpSpPr>
              <p:cNvPr id="201" name="Group 200"/>
              <p:cNvGrpSpPr/>
              <p:nvPr/>
            </p:nvGrpSpPr>
            <p:grpSpPr bwMode="hidden">
              <a:xfrm>
                <a:off x="6327885" y="0"/>
                <a:ext cx="5864115" cy="5898673"/>
                <a:chOff x="6327885" y="0"/>
                <a:chExt cx="5864115" cy="5898673"/>
              </a:xfrm>
            </p:grpSpPr>
            <p:cxnSp>
              <p:nvCxnSpPr>
                <p:cNvPr id="207" name="Straight Connector 206"/>
                <p:cNvCxnSpPr/>
                <p:nvPr/>
              </p:nvCxnSpPr>
              <p:spPr bwMode="hidden">
                <a:xfrm>
                  <a:off x="6327885" y="0"/>
                  <a:ext cx="5864115" cy="5898673"/>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8" name="Straight Connector 207"/>
                <p:cNvCxnSpPr/>
                <p:nvPr/>
              </p:nvCxnSpPr>
              <p:spPr bwMode="hidden">
                <a:xfrm>
                  <a:off x="7549268" y="0"/>
                  <a:ext cx="4642732" cy="467242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9" name="Straight Connector 208"/>
                <p:cNvCxnSpPr/>
                <p:nvPr/>
              </p:nvCxnSpPr>
              <p:spPr bwMode="hidden">
                <a:xfrm>
                  <a:off x="8772997" y="0"/>
                  <a:ext cx="3419003" cy="345674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10" name="Straight Connector 209"/>
                <p:cNvCxnSpPr/>
                <p:nvPr/>
              </p:nvCxnSpPr>
              <p:spPr bwMode="hidden">
                <a:xfrm>
                  <a:off x="9982200" y="0"/>
                  <a:ext cx="2209800" cy="222646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11" name="Straight Connector 210"/>
                <p:cNvCxnSpPr/>
                <p:nvPr/>
              </p:nvCxnSpPr>
              <p:spPr bwMode="hidden">
                <a:xfrm>
                  <a:off x="11199019" y="0"/>
                  <a:ext cx="992981" cy="1002506"/>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cxnSp>
            <p:nvCxnSpPr>
              <p:cNvPr id="202" name="Straight Connector 201"/>
              <p:cNvCxnSpPr/>
              <p:nvPr/>
            </p:nvCxnSpPr>
            <p:spPr bwMode="hidden">
              <a:xfrm flipH="1" flipV="1">
                <a:off x="-1" y="1012053"/>
                <a:ext cx="5828811" cy="584594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3" name="Straight Connector 202"/>
              <p:cNvCxnSpPr/>
              <p:nvPr/>
            </p:nvCxnSpPr>
            <p:spPr bwMode="hidden">
              <a:xfrm flipH="1" flipV="1">
                <a:off x="-1" y="2227340"/>
                <a:ext cx="4614781" cy="4630658"/>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203"/>
              <p:cNvCxnSpPr/>
              <p:nvPr/>
            </p:nvCxnSpPr>
            <p:spPr bwMode="hidden">
              <a:xfrm flipH="1" flipV="1">
                <a:off x="-1" y="3432149"/>
                <a:ext cx="3398419" cy="342584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204"/>
              <p:cNvCxnSpPr/>
              <p:nvPr/>
            </p:nvCxnSpPr>
            <p:spPr bwMode="hidden">
              <a:xfrm flipH="1" flipV="1">
                <a:off x="-1" y="4651431"/>
                <a:ext cx="2196496" cy="2206567"/>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p:cNvCxnSpPr/>
              <p:nvPr/>
            </p:nvCxnSpPr>
            <p:spPr bwMode="hidden">
              <a:xfrm flipH="1" flipV="1">
                <a:off x="-1" y="5864453"/>
                <a:ext cx="987003" cy="99354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grpSp>
          <p:nvGrpSpPr>
            <p:cNvPr id="179" name="Group 178"/>
            <p:cNvGrpSpPr/>
            <p:nvPr userDrawn="1"/>
          </p:nvGrpSpPr>
          <p:grpSpPr bwMode="hidden">
            <a:xfrm flipH="1">
              <a:off x="0" y="0"/>
              <a:ext cx="12192001" cy="6858000"/>
              <a:chOff x="-1" y="0"/>
              <a:chExt cx="12192001" cy="6858000"/>
            </a:xfrm>
          </p:grpSpPr>
          <p:cxnSp>
            <p:nvCxnSpPr>
              <p:cNvPr id="180" name="Straight Connector 179"/>
              <p:cNvCxnSpPr/>
              <p:nvPr/>
            </p:nvCxnSpPr>
            <p:spPr bwMode="hidden">
              <a:xfrm>
                <a:off x="225425"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bwMode="hidden">
              <a:xfrm>
                <a:off x="1449154"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2" name="Straight Connector 181"/>
              <p:cNvCxnSpPr/>
              <p:nvPr/>
            </p:nvCxnSpPr>
            <p:spPr bwMode="hidden">
              <a:xfrm>
                <a:off x="2665982"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p:nvPr/>
            </p:nvCxnSpPr>
            <p:spPr bwMode="hidden">
              <a:xfrm>
                <a:off x="3885119"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bwMode="hidden">
              <a:xfrm>
                <a:off x="5106502" y="0"/>
                <a:ext cx="6815931" cy="6858000"/>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nvGrpSpPr>
              <p:cNvPr id="185" name="Group 184"/>
              <p:cNvGrpSpPr/>
              <p:nvPr/>
            </p:nvGrpSpPr>
            <p:grpSpPr bwMode="hidden">
              <a:xfrm>
                <a:off x="6327885" y="0"/>
                <a:ext cx="5864115" cy="5898673"/>
                <a:chOff x="6327885" y="0"/>
                <a:chExt cx="5864115" cy="5898673"/>
              </a:xfrm>
            </p:grpSpPr>
            <p:cxnSp>
              <p:nvCxnSpPr>
                <p:cNvPr id="191" name="Straight Connector 190"/>
                <p:cNvCxnSpPr/>
                <p:nvPr/>
              </p:nvCxnSpPr>
              <p:spPr bwMode="hidden">
                <a:xfrm>
                  <a:off x="6327885" y="0"/>
                  <a:ext cx="5864115" cy="5898673"/>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2" name="Straight Connector 191"/>
                <p:cNvCxnSpPr/>
                <p:nvPr/>
              </p:nvCxnSpPr>
              <p:spPr bwMode="hidden">
                <a:xfrm>
                  <a:off x="7549268" y="0"/>
                  <a:ext cx="4642732" cy="467242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3" name="Straight Connector 192"/>
                <p:cNvCxnSpPr/>
                <p:nvPr/>
              </p:nvCxnSpPr>
              <p:spPr bwMode="hidden">
                <a:xfrm>
                  <a:off x="8772997" y="0"/>
                  <a:ext cx="3419003" cy="345674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4" name="Straight Connector 193"/>
                <p:cNvCxnSpPr/>
                <p:nvPr/>
              </p:nvCxnSpPr>
              <p:spPr bwMode="hidden">
                <a:xfrm>
                  <a:off x="9982200" y="0"/>
                  <a:ext cx="2209800" cy="222646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5" name="Straight Connector 194"/>
                <p:cNvCxnSpPr/>
                <p:nvPr/>
              </p:nvCxnSpPr>
              <p:spPr bwMode="hidden">
                <a:xfrm>
                  <a:off x="11199019" y="0"/>
                  <a:ext cx="992981" cy="1002506"/>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cxnSp>
            <p:nvCxnSpPr>
              <p:cNvPr id="186" name="Straight Connector 185"/>
              <p:cNvCxnSpPr/>
              <p:nvPr/>
            </p:nvCxnSpPr>
            <p:spPr bwMode="hidden">
              <a:xfrm flipH="1" flipV="1">
                <a:off x="-1" y="1012053"/>
                <a:ext cx="5828811" cy="584594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7" name="Straight Connector 186"/>
              <p:cNvCxnSpPr/>
              <p:nvPr/>
            </p:nvCxnSpPr>
            <p:spPr bwMode="hidden">
              <a:xfrm flipH="1" flipV="1">
                <a:off x="-1" y="2227340"/>
                <a:ext cx="4614781" cy="4630658"/>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bwMode="hidden">
              <a:xfrm flipH="1" flipV="1">
                <a:off x="-1" y="3432149"/>
                <a:ext cx="3398419" cy="3425849"/>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89" name="Straight Connector 188"/>
              <p:cNvCxnSpPr/>
              <p:nvPr/>
            </p:nvCxnSpPr>
            <p:spPr bwMode="hidden">
              <a:xfrm flipH="1" flipV="1">
                <a:off x="-1" y="4651431"/>
                <a:ext cx="2196496" cy="2206567"/>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90" name="Straight Connector 189"/>
              <p:cNvCxnSpPr/>
              <p:nvPr/>
            </p:nvCxnSpPr>
            <p:spPr bwMode="hidden">
              <a:xfrm flipH="1" flipV="1">
                <a:off x="-1" y="5864453"/>
                <a:ext cx="987003" cy="993545"/>
              </a:xfrm>
              <a:prstGeom prst="line">
                <a:avLst/>
              </a:prstGeom>
              <a:ln>
                <a:solidFill>
                  <a:schemeClr val="bg1">
                    <a:lumMod val="85000"/>
                    <a:alpha val="30000"/>
                  </a:schemeClr>
                </a:solidFill>
              </a:ln>
            </p:spPr>
            <p:style>
              <a:lnRef idx="1">
                <a:schemeClr val="accent1"/>
              </a:lnRef>
              <a:fillRef idx="0">
                <a:schemeClr val="accent1"/>
              </a:fillRef>
              <a:effectRef idx="0">
                <a:schemeClr val="accent1"/>
              </a:effectRef>
              <a:fontRef idx="minor">
                <a:schemeClr val="tx1"/>
              </a:fontRef>
            </p:style>
          </p:cxnSp>
        </p:grpSp>
      </p:grpSp>
      <p:sp>
        <p:nvSpPr>
          <p:cNvPr id="213" name="Footer Placeholder 212"/>
          <p:cNvSpPr>
            <a:spLocks noGrp="1"/>
          </p:cNvSpPr>
          <p:nvPr>
            <p:ph type="ftr" sz="quarter" idx="11"/>
          </p:nvPr>
        </p:nvSpPr>
        <p:spPr/>
        <p:txBody>
          <a:bodyPr/>
          <a:lstStyle/>
          <a:p>
            <a:r>
              <a:rPr lang="en-US" dirty="0"/>
              <a:t>Add a footer</a:t>
            </a:r>
          </a:p>
        </p:txBody>
      </p:sp>
      <p:sp>
        <p:nvSpPr>
          <p:cNvPr id="212" name="Date Placeholder 211"/>
          <p:cNvSpPr>
            <a:spLocks noGrp="1"/>
          </p:cNvSpPr>
          <p:nvPr>
            <p:ph type="dt" sz="half" idx="10"/>
          </p:nvPr>
        </p:nvSpPr>
        <p:spPr/>
        <p:txBody>
          <a:bodyPr/>
          <a:lstStyle/>
          <a:p>
            <a:fld id="{60A4083B-90AA-48CF-BAD5-00AA24D7F288}" type="datetime1">
              <a:rPr lang="en-US" smtClean="0"/>
              <a:t>1/15/2026</a:t>
            </a:fld>
            <a:endParaRPr lang="en-US"/>
          </a:p>
        </p:txBody>
      </p:sp>
      <p:sp>
        <p:nvSpPr>
          <p:cNvPr id="214" name="Slide Number Placeholder 213"/>
          <p:cNvSpPr>
            <a:spLocks noGrp="1"/>
          </p:cNvSpPr>
          <p:nvPr>
            <p:ph type="sldNum" sz="quarter" idx="12"/>
          </p:nvPr>
        </p:nvSpPr>
        <p:spPr/>
        <p:txBody>
          <a:bodyPr/>
          <a:lstStyle/>
          <a:p>
            <a:fld id="{E31375A4-56A4-47D6-9801-1991572033F7}" type="slidenum">
              <a:rPr lang="en-US" smtClean="0"/>
              <a:pPr/>
              <a:t>‹#›</a:t>
            </a:fld>
            <a:endParaRPr lang="en-US"/>
          </a:p>
        </p:txBody>
      </p:sp>
    </p:spTree>
    <p:extLst>
      <p:ext uri="{BB962C8B-B14F-4D97-AF65-F5344CB8AC3E}">
        <p14:creationId xmlns:p14="http://schemas.microsoft.com/office/powerpoint/2010/main" val="2146817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gradFill flip="none" rotWithShape="1">
          <a:gsLst>
            <a:gs pos="0">
              <a:schemeClr val="accent1"/>
            </a:gs>
            <a:gs pos="100000">
              <a:schemeClr val="accent1">
                <a:lumMod val="80000"/>
              </a:schemeClr>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9" name="Group 8"/>
          <p:cNvGrpSpPr/>
          <p:nvPr userDrawn="1"/>
        </p:nvGrpSpPr>
        <p:grpSpPr bwMode="hidden">
          <a:xfrm>
            <a:off x="-1" y="0"/>
            <a:ext cx="12192002" cy="6858000"/>
            <a:chOff x="-1" y="0"/>
            <a:chExt cx="12192002" cy="6858000"/>
          </a:xfrm>
        </p:grpSpPr>
        <p:cxnSp>
          <p:nvCxnSpPr>
            <p:cNvPr id="10" name="Straight Connector 9"/>
            <p:cNvCxnSpPr/>
            <p:nvPr/>
          </p:nvCxnSpPr>
          <p:spPr bwMode="hidden">
            <a:xfrm>
              <a:off x="61019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bwMode="hidden">
            <a:xfrm>
              <a:off x="182933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bwMode="hidden">
            <a:xfrm>
              <a:off x="304847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hidden">
            <a:xfrm>
              <a:off x="426760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hidden">
            <a:xfrm>
              <a:off x="548674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bwMode="hidden">
            <a:xfrm>
              <a:off x="670588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bwMode="hidden">
            <a:xfrm>
              <a:off x="792502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bwMode="hidden">
            <a:xfrm>
              <a:off x="914416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hidden">
            <a:xfrm>
              <a:off x="1036329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hidden">
            <a:xfrm>
              <a:off x="1158243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hidden">
            <a:xfrm>
              <a:off x="2819" y="38648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hidden">
            <a:xfrm>
              <a:off x="2819" y="1611181"/>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hidden">
            <a:xfrm>
              <a:off x="2819" y="2835877"/>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hidden">
            <a:xfrm>
              <a:off x="2819" y="4060573"/>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hidden">
            <a:xfrm>
              <a:off x="2819" y="5285269"/>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bwMode="hidden">
            <a:xfrm>
              <a:off x="2819" y="650996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26" name="Group 25"/>
            <p:cNvGrpSpPr/>
            <p:nvPr userDrawn="1"/>
          </p:nvGrpSpPr>
          <p:grpSpPr bwMode="hidden">
            <a:xfrm>
              <a:off x="-1" y="0"/>
              <a:ext cx="12192001" cy="6858000"/>
              <a:chOff x="-1" y="0"/>
              <a:chExt cx="12192001" cy="6858000"/>
            </a:xfrm>
          </p:grpSpPr>
          <p:cxnSp>
            <p:nvCxnSpPr>
              <p:cNvPr id="44" name="Straight Connector 43"/>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bwMode="hidden">
              <a:xfrm>
                <a:off x="510650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49" name="Group 48"/>
              <p:cNvGrpSpPr/>
              <p:nvPr/>
            </p:nvGrpSpPr>
            <p:grpSpPr bwMode="hidden">
              <a:xfrm>
                <a:off x="6327885" y="0"/>
                <a:ext cx="5864115" cy="5898673"/>
                <a:chOff x="6327885" y="0"/>
                <a:chExt cx="5864115" cy="5898673"/>
              </a:xfrm>
            </p:grpSpPr>
            <p:cxnSp>
              <p:nvCxnSpPr>
                <p:cNvPr id="55" name="Straight Connector 54"/>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50" name="Straight Connector 49"/>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userDrawn="1"/>
          </p:nvGrpSpPr>
          <p:grpSpPr bwMode="hidden">
            <a:xfrm flipH="1">
              <a:off x="0" y="0"/>
              <a:ext cx="12192001" cy="6858000"/>
              <a:chOff x="-1" y="0"/>
              <a:chExt cx="12192001" cy="6858000"/>
            </a:xfrm>
          </p:grpSpPr>
          <p:cxnSp>
            <p:nvCxnSpPr>
              <p:cNvPr id="28" name="Straight Connector 27"/>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hidden">
              <a:xfrm>
                <a:off x="515064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bwMode="hidden">
              <a:xfrm>
                <a:off x="6327885" y="0"/>
                <a:ext cx="5864115" cy="5898673"/>
                <a:chOff x="6327885" y="0"/>
                <a:chExt cx="5864115" cy="5898673"/>
              </a:xfrm>
            </p:grpSpPr>
            <p:cxnSp>
              <p:nvCxnSpPr>
                <p:cNvPr id="39" name="Straight Connector 38"/>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34" name="Straight Connector 33"/>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sp>
        <p:nvSpPr>
          <p:cNvPr id="7" name="Rectangle 6"/>
          <p:cNvSpPr/>
          <p:nvPr userDrawn="1"/>
        </p:nvSpPr>
        <p:spPr>
          <a:xfrm>
            <a:off x="0" y="0"/>
            <a:ext cx="7315200" cy="6858000"/>
          </a:xfrm>
          <a:prstGeom prst="rect">
            <a:avLst/>
          </a:prstGeom>
          <a:gradFill>
            <a:gsLst>
              <a:gs pos="69000">
                <a:schemeClr val="bg1"/>
              </a:gs>
              <a:gs pos="0">
                <a:schemeClr val="bg1"/>
              </a:gs>
              <a:gs pos="100000">
                <a:schemeClr val="bg1">
                  <a:lumMod val="95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7913152" y="571500"/>
            <a:ext cx="3657600" cy="2197100"/>
          </a:xfrm>
        </p:spPr>
        <p:txBody>
          <a:bodyPr anchor="b">
            <a:normAutofit/>
          </a:bodyPr>
          <a:lstStyle>
            <a:lvl1pPr>
              <a:defRPr sz="2600">
                <a:solidFill>
                  <a:schemeClr val="bg1"/>
                </a:solidFill>
              </a:defRPr>
            </a:lvl1pPr>
          </a:lstStyle>
          <a:p>
            <a:r>
              <a:rPr lang="en-US"/>
              <a:t>Click to edit Master title style</a:t>
            </a:r>
            <a:endParaRPr lang="en-US" dirty="0"/>
          </a:p>
        </p:txBody>
      </p:sp>
      <p:sp>
        <p:nvSpPr>
          <p:cNvPr id="3" name="Content Placeholder 2"/>
          <p:cNvSpPr>
            <a:spLocks noGrp="1"/>
          </p:cNvSpPr>
          <p:nvPr>
            <p:ph idx="1"/>
          </p:nvPr>
        </p:nvSpPr>
        <p:spPr>
          <a:xfrm>
            <a:off x="543197" y="571500"/>
            <a:ext cx="6217920" cy="571500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913152" y="2995012"/>
            <a:ext cx="3657600" cy="2285950"/>
          </a:xfrm>
        </p:spPr>
        <p:txBody>
          <a:bodyPr>
            <a:normAutofit/>
          </a:bodyPr>
          <a:lstStyle>
            <a:lvl1pPr marL="0" indent="0">
              <a:spcBef>
                <a:spcPts val="1200"/>
              </a:spcBef>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cxnSp>
        <p:nvCxnSpPr>
          <p:cNvPr id="60" name="Straight Connector 59"/>
          <p:cNvCxnSpPr/>
          <p:nvPr userDrawn="1"/>
        </p:nvCxnSpPr>
        <p:spPr>
          <a:xfrm>
            <a:off x="7923089" y="2895600"/>
            <a:ext cx="3659311"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Footer Placeholder 5"/>
          <p:cNvSpPr>
            <a:spLocks noGrp="1"/>
          </p:cNvSpPr>
          <p:nvPr>
            <p:ph type="ftr" sz="quarter" idx="11"/>
          </p:nvPr>
        </p:nvSpPr>
        <p:spPr/>
        <p:txBody>
          <a:bodyPr/>
          <a:lstStyle/>
          <a:p>
            <a:r>
              <a:rPr lang="en-US" dirty="0"/>
              <a:t>Add a footer</a:t>
            </a:r>
          </a:p>
        </p:txBody>
      </p:sp>
      <p:sp>
        <p:nvSpPr>
          <p:cNvPr id="5" name="Date Placeholder 4"/>
          <p:cNvSpPr>
            <a:spLocks noGrp="1"/>
          </p:cNvSpPr>
          <p:nvPr>
            <p:ph type="dt" sz="half" idx="10"/>
          </p:nvPr>
        </p:nvSpPr>
        <p:spPr/>
        <p:txBody>
          <a:bodyPr/>
          <a:lstStyle>
            <a:lvl1pPr>
              <a:defRPr>
                <a:solidFill>
                  <a:schemeClr val="bg1"/>
                </a:solidFill>
              </a:defRPr>
            </a:lvl1pPr>
          </a:lstStyle>
          <a:p>
            <a:fld id="{F5BAF629-ECA2-4CF3-B790-9D9BDED98269}" type="datetime1">
              <a:rPr lang="en-US" smtClean="0"/>
              <a:pPr/>
              <a:t>1/15/2026</a:t>
            </a:fld>
            <a:endParaRPr lang="en-US"/>
          </a:p>
        </p:txBody>
      </p:sp>
      <p:sp>
        <p:nvSpPr>
          <p:cNvPr id="8" name="Slide Number Placeholder 7"/>
          <p:cNvSpPr>
            <a:spLocks noGrp="1"/>
          </p:cNvSpPr>
          <p:nvPr>
            <p:ph type="sldNum" sz="quarter" idx="12"/>
          </p:nvPr>
        </p:nvSpPr>
        <p:spPr/>
        <p:txBody>
          <a:bodyPr/>
          <a:lstStyle>
            <a:lvl1pPr>
              <a:defRPr>
                <a:solidFill>
                  <a:schemeClr val="bg1"/>
                </a:solidFill>
              </a:defRPr>
            </a:lvl1pPr>
          </a:lstStyle>
          <a:p>
            <a:fld id="{E31375A4-56A4-47D6-9801-1991572033F7}" type="slidenum">
              <a:rPr lang="en-US" smtClean="0"/>
              <a:pPr/>
              <a:t>‹#›</a:t>
            </a:fld>
            <a:endParaRPr lang="en-US"/>
          </a:p>
        </p:txBody>
      </p:sp>
    </p:spTree>
    <p:extLst>
      <p:ext uri="{BB962C8B-B14F-4D97-AF65-F5344CB8AC3E}">
        <p14:creationId xmlns:p14="http://schemas.microsoft.com/office/powerpoint/2010/main" val="1667374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gradFill flip="none" rotWithShape="1">
          <a:gsLst>
            <a:gs pos="0">
              <a:schemeClr val="accent1"/>
            </a:gs>
            <a:gs pos="100000">
              <a:schemeClr val="accent1">
                <a:lumMod val="80000"/>
              </a:schemeClr>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8" name="Group 7"/>
          <p:cNvGrpSpPr/>
          <p:nvPr/>
        </p:nvGrpSpPr>
        <p:grpSpPr bwMode="hidden">
          <a:xfrm>
            <a:off x="-1" y="0"/>
            <a:ext cx="12192002" cy="6858000"/>
            <a:chOff x="-1" y="0"/>
            <a:chExt cx="12192002" cy="6858000"/>
          </a:xfrm>
        </p:grpSpPr>
        <p:cxnSp>
          <p:nvCxnSpPr>
            <p:cNvPr id="9" name="Straight Connector 8"/>
            <p:cNvCxnSpPr/>
            <p:nvPr/>
          </p:nvCxnSpPr>
          <p:spPr bwMode="hidden">
            <a:xfrm>
              <a:off x="61019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bwMode="hidden">
            <a:xfrm>
              <a:off x="182933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bwMode="hidden">
            <a:xfrm>
              <a:off x="304847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bwMode="hidden">
            <a:xfrm>
              <a:off x="426760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hidden">
            <a:xfrm>
              <a:off x="548674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hidden">
            <a:xfrm>
              <a:off x="6705884"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bwMode="hidden">
            <a:xfrm>
              <a:off x="7925022"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bwMode="hidden">
            <a:xfrm>
              <a:off x="9144160"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bwMode="hidden">
            <a:xfrm>
              <a:off x="10363298"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hidden">
            <a:xfrm>
              <a:off x="11582436" y="0"/>
              <a:ext cx="0"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hidden">
            <a:xfrm>
              <a:off x="2819" y="38648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hidden">
            <a:xfrm>
              <a:off x="2819" y="1611181"/>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hidden">
            <a:xfrm>
              <a:off x="2819" y="2835877"/>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hidden">
            <a:xfrm>
              <a:off x="2819" y="4060573"/>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hidden">
            <a:xfrm>
              <a:off x="2819" y="5285269"/>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hidden">
            <a:xfrm>
              <a:off x="2819" y="6509965"/>
              <a:ext cx="12188952" cy="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25" name="Group 24"/>
            <p:cNvGrpSpPr/>
            <p:nvPr/>
          </p:nvGrpSpPr>
          <p:grpSpPr bwMode="hidden">
            <a:xfrm>
              <a:off x="-1" y="0"/>
              <a:ext cx="12192001" cy="6858000"/>
              <a:chOff x="-1" y="0"/>
              <a:chExt cx="12192001" cy="6858000"/>
            </a:xfrm>
          </p:grpSpPr>
          <p:cxnSp>
            <p:nvCxnSpPr>
              <p:cNvPr id="43" name="Straight Connector 42"/>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bwMode="hidden">
              <a:xfrm>
                <a:off x="510650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48" name="Group 47"/>
              <p:cNvGrpSpPr/>
              <p:nvPr/>
            </p:nvGrpSpPr>
            <p:grpSpPr bwMode="hidden">
              <a:xfrm>
                <a:off x="6327885" y="0"/>
                <a:ext cx="5864115" cy="5898673"/>
                <a:chOff x="6327885" y="0"/>
                <a:chExt cx="5864115" cy="5898673"/>
              </a:xfrm>
            </p:grpSpPr>
            <p:cxnSp>
              <p:nvCxnSpPr>
                <p:cNvPr id="54" name="Straight Connector 53"/>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49" name="Straight Connector 48"/>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nvGrpSpPr>
            <p:cNvPr id="26" name="Group 25"/>
            <p:cNvGrpSpPr/>
            <p:nvPr/>
          </p:nvGrpSpPr>
          <p:grpSpPr bwMode="hidden">
            <a:xfrm flipH="1">
              <a:off x="0" y="0"/>
              <a:ext cx="12192001" cy="6858000"/>
              <a:chOff x="-1" y="0"/>
              <a:chExt cx="12192001" cy="6858000"/>
            </a:xfrm>
          </p:grpSpPr>
          <p:cxnSp>
            <p:nvCxnSpPr>
              <p:cNvPr id="27" name="Straight Connector 26"/>
              <p:cNvCxnSpPr/>
              <p:nvPr/>
            </p:nvCxnSpPr>
            <p:spPr bwMode="hidden">
              <a:xfrm>
                <a:off x="225425"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hidden">
              <a:xfrm>
                <a:off x="144915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hidden">
              <a:xfrm>
                <a:off x="2665982"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hidden">
              <a:xfrm>
                <a:off x="3885119"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hidden">
              <a:xfrm>
                <a:off x="5150644" y="0"/>
                <a:ext cx="6815931" cy="6858000"/>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32" name="Group 31"/>
              <p:cNvGrpSpPr/>
              <p:nvPr/>
            </p:nvGrpSpPr>
            <p:grpSpPr bwMode="hidden">
              <a:xfrm>
                <a:off x="6327885" y="0"/>
                <a:ext cx="5864115" cy="5898673"/>
                <a:chOff x="6327885" y="0"/>
                <a:chExt cx="5864115" cy="5898673"/>
              </a:xfrm>
            </p:grpSpPr>
            <p:cxnSp>
              <p:nvCxnSpPr>
                <p:cNvPr id="38" name="Straight Connector 37"/>
                <p:cNvCxnSpPr/>
                <p:nvPr/>
              </p:nvCxnSpPr>
              <p:spPr bwMode="hidden">
                <a:xfrm>
                  <a:off x="6327885" y="0"/>
                  <a:ext cx="5864115" cy="5898673"/>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hidden">
                <a:xfrm>
                  <a:off x="7549268" y="0"/>
                  <a:ext cx="4642732" cy="467242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hidden">
                <a:xfrm>
                  <a:off x="8772997" y="0"/>
                  <a:ext cx="3419003" cy="34567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hidden">
                <a:xfrm>
                  <a:off x="9982200" y="0"/>
                  <a:ext cx="2209800" cy="222646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hidden">
                <a:xfrm>
                  <a:off x="11199019" y="0"/>
                  <a:ext cx="992981" cy="1002506"/>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33" name="Straight Connector 32"/>
              <p:cNvCxnSpPr/>
              <p:nvPr/>
            </p:nvCxnSpPr>
            <p:spPr bwMode="hidden">
              <a:xfrm flipH="1" flipV="1">
                <a:off x="-1" y="1012053"/>
                <a:ext cx="5828811" cy="58459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hidden">
              <a:xfrm flipH="1" flipV="1">
                <a:off x="-1" y="2227340"/>
                <a:ext cx="4614781" cy="4630658"/>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hidden">
              <a:xfrm flipH="1" flipV="1">
                <a:off x="-1" y="3432149"/>
                <a:ext cx="3398419" cy="3425849"/>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hidden">
              <a:xfrm flipH="1" flipV="1">
                <a:off x="-1" y="4651431"/>
                <a:ext cx="2196496" cy="2206567"/>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hidden">
              <a:xfrm flipH="1" flipV="1">
                <a:off x="-1" y="5864453"/>
                <a:ext cx="987003" cy="993545"/>
              </a:xfrm>
              <a:prstGeom prst="line">
                <a:avLst/>
              </a:prstGeom>
              <a:ln>
                <a:solidFill>
                  <a:schemeClr val="accent1">
                    <a:lumMod val="75000"/>
                    <a:alpha val="25000"/>
                  </a:schemeClr>
                </a:solidFill>
              </a:ln>
            </p:spPr>
            <p:style>
              <a:lnRef idx="1">
                <a:schemeClr val="accent1"/>
              </a:lnRef>
              <a:fillRef idx="0">
                <a:schemeClr val="accent1"/>
              </a:fillRef>
              <a:effectRef idx="0">
                <a:schemeClr val="accent1"/>
              </a:effectRef>
              <a:fontRef idx="minor">
                <a:schemeClr val="tx1"/>
              </a:fontRef>
            </p:style>
          </p:cxnSp>
        </p:grpSp>
      </p:grpSp>
      <p:sp>
        <p:nvSpPr>
          <p:cNvPr id="60" name="Rectangle 59"/>
          <p:cNvSpPr/>
          <p:nvPr/>
        </p:nvSpPr>
        <p:spPr>
          <a:xfrm>
            <a:off x="0" y="0"/>
            <a:ext cx="7315200" cy="6858000"/>
          </a:xfrm>
          <a:prstGeom prst="rect">
            <a:avLst/>
          </a:prstGeom>
          <a:gradFill>
            <a:gsLst>
              <a:gs pos="69000">
                <a:schemeClr val="bg1"/>
              </a:gs>
              <a:gs pos="0">
                <a:schemeClr val="bg1"/>
              </a:gs>
              <a:gs pos="100000">
                <a:schemeClr val="bg1">
                  <a:lumMod val="95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p:cNvCxnSpPr/>
          <p:nvPr/>
        </p:nvCxnSpPr>
        <p:spPr>
          <a:xfrm>
            <a:off x="7923089" y="2895600"/>
            <a:ext cx="3659311"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909560" y="576072"/>
            <a:ext cx="3657600" cy="2194560"/>
          </a:xfrm>
        </p:spPr>
        <p:txBody>
          <a:bodyPr anchor="b">
            <a:normAutofit/>
          </a:bodyPr>
          <a:lstStyle>
            <a:lvl1pPr>
              <a:defRPr sz="2600">
                <a:solidFill>
                  <a:schemeClr val="bg1"/>
                </a:solidFill>
              </a:defRPr>
            </a:lvl1pPr>
          </a:lstStyle>
          <a:p>
            <a:r>
              <a:rPr lang="en-US"/>
              <a:t>Click to edit Master title style</a:t>
            </a:r>
          </a:p>
        </p:txBody>
      </p:sp>
      <p:sp>
        <p:nvSpPr>
          <p:cNvPr id="3" name="Picture Placeholder 2" descr="An empty placeholder to add an image. Click on the placeholder and select the image that you wish to add."/>
          <p:cNvSpPr>
            <a:spLocks noGrp="1"/>
          </p:cNvSpPr>
          <p:nvPr>
            <p:ph type="pic" idx="1"/>
          </p:nvPr>
        </p:nvSpPr>
        <p:spPr>
          <a:xfrm>
            <a:off x="4412" y="-159"/>
            <a:ext cx="7315200" cy="6858000"/>
          </a:xfrm>
        </p:spPr>
        <p:txBody>
          <a:bodyPr tIns="457200">
            <a:normAutofit/>
          </a:bodyPr>
          <a:lstStyle>
            <a:lvl1pPr marL="0" indent="0" algn="ctr">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7909560" y="2999232"/>
            <a:ext cx="3657600" cy="2286000"/>
          </a:xfrm>
        </p:spPr>
        <p:txBody>
          <a:bodyPr/>
          <a:lstStyle>
            <a:lvl1pPr marL="0" indent="0">
              <a:spcBef>
                <a:spcPts val="1200"/>
              </a:spcBef>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6203180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Add a footer</a:t>
            </a:r>
          </a:p>
        </p:txBody>
      </p:sp>
      <p:sp>
        <p:nvSpPr>
          <p:cNvPr id="4" name="Date Placeholder 3"/>
          <p:cNvSpPr>
            <a:spLocks noGrp="1"/>
          </p:cNvSpPr>
          <p:nvPr>
            <p:ph type="dt" sz="half" idx="10"/>
          </p:nvPr>
        </p:nvSpPr>
        <p:spPr/>
        <p:txBody>
          <a:bodyPr/>
          <a:lstStyle/>
          <a:p>
            <a:fld id="{384A29A4-78C8-47AB-BA06-22CB45938951}" type="datetime1">
              <a:rPr lang="en-US" smtClean="0"/>
              <a:t>1/15/2026</a:t>
            </a:fld>
            <a:endParaRPr lang="en-US"/>
          </a:p>
        </p:txBody>
      </p:sp>
      <p:sp>
        <p:nvSpPr>
          <p:cNvPr id="6" name="Slide Number Placeholder 5"/>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2477154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09314" y="489856"/>
            <a:ext cx="1687286" cy="530134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9" y="489856"/>
            <a:ext cx="7587344" cy="530134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dirty="0"/>
              <a:t>Add a footer</a:t>
            </a:r>
          </a:p>
        </p:txBody>
      </p:sp>
      <p:sp>
        <p:nvSpPr>
          <p:cNvPr id="4" name="Date Placeholder 3"/>
          <p:cNvSpPr>
            <a:spLocks noGrp="1"/>
          </p:cNvSpPr>
          <p:nvPr>
            <p:ph type="dt" sz="half" idx="10"/>
          </p:nvPr>
        </p:nvSpPr>
        <p:spPr/>
        <p:txBody>
          <a:bodyPr/>
          <a:lstStyle/>
          <a:p>
            <a:fld id="{E1ED4ACF-2D82-46F2-A8E9-23963AA34E86}" type="datetime1">
              <a:rPr lang="en-US" smtClean="0"/>
              <a:t>1/15/2026</a:t>
            </a:fld>
            <a:endParaRPr lang="en-US"/>
          </a:p>
        </p:txBody>
      </p:sp>
      <p:sp>
        <p:nvSpPr>
          <p:cNvPr id="6" name="Slide Number Placeholder 5"/>
          <p:cNvSpPr>
            <a:spLocks noGrp="1"/>
          </p:cNvSpPr>
          <p:nvPr>
            <p:ph type="sldNum" sz="quarter" idx="12"/>
          </p:nvPr>
        </p:nvSpPr>
        <p:spPr/>
        <p:txBody>
          <a:bodyPr/>
          <a:lstStyle/>
          <a:p>
            <a:fld id="{E31375A4-56A4-47D6-9801-1991572033F7}" type="slidenum">
              <a:rPr lang="en-US" smtClean="0"/>
              <a:t>‹#›</a:t>
            </a:fld>
            <a:endParaRPr lang="en-US"/>
          </a:p>
        </p:txBody>
      </p:sp>
    </p:spTree>
    <p:extLst>
      <p:ext uri="{BB962C8B-B14F-4D97-AF65-F5344CB8AC3E}">
        <p14:creationId xmlns:p14="http://schemas.microsoft.com/office/powerpoint/2010/main" val="25246350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53000">
              <a:schemeClr val="bg1"/>
            </a:gs>
            <a:gs pos="0">
              <a:schemeClr val="bg1">
                <a:lumMod val="100000"/>
              </a:schemeClr>
            </a:gs>
            <a:gs pos="100000">
              <a:schemeClr val="bg1">
                <a:lumMod val="95000"/>
                <a:alpha val="65000"/>
              </a:schemeClr>
            </a:gs>
          </a:gsLst>
          <a:lin ang="5400000" scaled="1"/>
          <a:tileRect/>
        </a:gradFill>
        <a:effectLst/>
      </p:bgPr>
    </p:bg>
    <p:spTree>
      <p:nvGrpSpPr>
        <p:cNvPr id="1" name=""/>
        <p:cNvGrpSpPr/>
        <p:nvPr/>
      </p:nvGrpSpPr>
      <p:grpSpPr>
        <a:xfrm>
          <a:off x="0" y="0"/>
          <a:ext cx="0" cy="0"/>
          <a:chOff x="0" y="0"/>
          <a:chExt cx="0" cy="0"/>
        </a:xfrm>
      </p:grpSpPr>
      <p:grpSp>
        <p:nvGrpSpPr>
          <p:cNvPr id="96" name="Group 95"/>
          <p:cNvGrpSpPr/>
          <p:nvPr userDrawn="1"/>
        </p:nvGrpSpPr>
        <p:grpSpPr bwMode="hidden">
          <a:xfrm>
            <a:off x="-1" y="-195943"/>
            <a:ext cx="12192002" cy="6858000"/>
            <a:chOff x="-1" y="0"/>
            <a:chExt cx="12192002" cy="6858000"/>
          </a:xfrm>
        </p:grpSpPr>
        <p:cxnSp>
          <p:nvCxnSpPr>
            <p:cNvPr id="97" name="Straight Connector 96"/>
            <p:cNvCxnSpPr/>
            <p:nvPr/>
          </p:nvCxnSpPr>
          <p:spPr bwMode="hidden">
            <a:xfrm>
              <a:off x="610194"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97"/>
            <p:cNvCxnSpPr/>
            <p:nvPr/>
          </p:nvCxnSpPr>
          <p:spPr bwMode="hidden">
            <a:xfrm>
              <a:off x="1829332"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99" name="Straight Connector 98"/>
            <p:cNvCxnSpPr/>
            <p:nvPr/>
          </p:nvCxnSpPr>
          <p:spPr bwMode="hidden">
            <a:xfrm>
              <a:off x="3048470"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p:nvPr/>
          </p:nvCxnSpPr>
          <p:spPr bwMode="hidden">
            <a:xfrm>
              <a:off x="4267608"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p:cNvCxnSpPr/>
            <p:nvPr/>
          </p:nvCxnSpPr>
          <p:spPr bwMode="hidden">
            <a:xfrm>
              <a:off x="5486746"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p:cNvCxnSpPr/>
            <p:nvPr/>
          </p:nvCxnSpPr>
          <p:spPr bwMode="hidden">
            <a:xfrm>
              <a:off x="6705884"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bwMode="hidden">
            <a:xfrm>
              <a:off x="7925022"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bwMode="hidden">
            <a:xfrm>
              <a:off x="9144160"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p:nvPr/>
          </p:nvCxnSpPr>
          <p:spPr bwMode="hidden">
            <a:xfrm>
              <a:off x="10363298"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p:cNvCxnSpPr/>
            <p:nvPr/>
          </p:nvCxnSpPr>
          <p:spPr bwMode="hidden">
            <a:xfrm>
              <a:off x="11582436" y="0"/>
              <a:ext cx="0"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p:cNvCxnSpPr/>
            <p:nvPr/>
          </p:nvCxnSpPr>
          <p:spPr bwMode="hidden">
            <a:xfrm>
              <a:off x="2819" y="386485"/>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bwMode="hidden">
            <a:xfrm>
              <a:off x="2819" y="1611181"/>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p:nvPr/>
          </p:nvCxnSpPr>
          <p:spPr bwMode="hidden">
            <a:xfrm>
              <a:off x="2819" y="2835877"/>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p:cNvCxnSpPr/>
            <p:nvPr/>
          </p:nvCxnSpPr>
          <p:spPr bwMode="hidden">
            <a:xfrm>
              <a:off x="2819" y="4060573"/>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1" name="Straight Connector 110"/>
            <p:cNvCxnSpPr/>
            <p:nvPr/>
          </p:nvCxnSpPr>
          <p:spPr bwMode="hidden">
            <a:xfrm>
              <a:off x="2819" y="5285269"/>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p:cNvCxnSpPr/>
            <p:nvPr/>
          </p:nvCxnSpPr>
          <p:spPr bwMode="hidden">
            <a:xfrm>
              <a:off x="2819" y="6509965"/>
              <a:ext cx="12188952" cy="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113" name="Group 112"/>
            <p:cNvGrpSpPr/>
            <p:nvPr userDrawn="1"/>
          </p:nvGrpSpPr>
          <p:grpSpPr bwMode="hidden">
            <a:xfrm>
              <a:off x="-1" y="0"/>
              <a:ext cx="12192001" cy="6858000"/>
              <a:chOff x="-1" y="0"/>
              <a:chExt cx="12192001" cy="6858000"/>
            </a:xfrm>
          </p:grpSpPr>
          <p:cxnSp>
            <p:nvCxnSpPr>
              <p:cNvPr id="131" name="Straight Connector 130"/>
              <p:cNvCxnSpPr/>
              <p:nvPr/>
            </p:nvCxnSpPr>
            <p:spPr bwMode="hidden">
              <a:xfrm>
                <a:off x="225425"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2" name="Straight Connector 131"/>
              <p:cNvCxnSpPr/>
              <p:nvPr/>
            </p:nvCxnSpPr>
            <p:spPr bwMode="hidden">
              <a:xfrm>
                <a:off x="1449154"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3" name="Straight Connector 132"/>
              <p:cNvCxnSpPr/>
              <p:nvPr/>
            </p:nvCxnSpPr>
            <p:spPr bwMode="hidden">
              <a:xfrm>
                <a:off x="2665982"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bwMode="hidden">
              <a:xfrm>
                <a:off x="3885119"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bwMode="hidden">
              <a:xfrm>
                <a:off x="5106502"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136" name="Group 135"/>
              <p:cNvGrpSpPr/>
              <p:nvPr/>
            </p:nvGrpSpPr>
            <p:grpSpPr bwMode="hidden">
              <a:xfrm>
                <a:off x="6327885" y="0"/>
                <a:ext cx="5864115" cy="5898673"/>
                <a:chOff x="6327885" y="0"/>
                <a:chExt cx="5864115" cy="5898673"/>
              </a:xfrm>
            </p:grpSpPr>
            <p:cxnSp>
              <p:nvCxnSpPr>
                <p:cNvPr id="142" name="Straight Connector 141"/>
                <p:cNvCxnSpPr/>
                <p:nvPr/>
              </p:nvCxnSpPr>
              <p:spPr bwMode="hidden">
                <a:xfrm>
                  <a:off x="6327885" y="0"/>
                  <a:ext cx="5864115" cy="5898673"/>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p:cNvCxnSpPr/>
                <p:nvPr/>
              </p:nvCxnSpPr>
              <p:spPr bwMode="hidden">
                <a:xfrm>
                  <a:off x="7549268" y="0"/>
                  <a:ext cx="4642732" cy="467242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bwMode="hidden">
                <a:xfrm>
                  <a:off x="8772997" y="0"/>
                  <a:ext cx="3419003" cy="345674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p:cNvCxnSpPr/>
                <p:nvPr/>
              </p:nvCxnSpPr>
              <p:spPr bwMode="hidden">
                <a:xfrm>
                  <a:off x="9982200" y="0"/>
                  <a:ext cx="2209800" cy="222646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6" name="Straight Connector 145"/>
                <p:cNvCxnSpPr/>
                <p:nvPr/>
              </p:nvCxnSpPr>
              <p:spPr bwMode="hidden">
                <a:xfrm>
                  <a:off x="11199019" y="0"/>
                  <a:ext cx="992981" cy="1002506"/>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137" name="Straight Connector 136"/>
              <p:cNvCxnSpPr/>
              <p:nvPr/>
            </p:nvCxnSpPr>
            <p:spPr bwMode="hidden">
              <a:xfrm flipH="1" flipV="1">
                <a:off x="-1" y="1012053"/>
                <a:ext cx="5828811" cy="584594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p:cNvCxnSpPr/>
              <p:nvPr/>
            </p:nvCxnSpPr>
            <p:spPr bwMode="hidden">
              <a:xfrm flipH="1" flipV="1">
                <a:off x="-1" y="2227340"/>
                <a:ext cx="4614781" cy="4630658"/>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p:cNvCxnSpPr/>
              <p:nvPr/>
            </p:nvCxnSpPr>
            <p:spPr bwMode="hidden">
              <a:xfrm flipH="1" flipV="1">
                <a:off x="-1" y="3432149"/>
                <a:ext cx="3398419" cy="342584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p:cNvCxnSpPr/>
              <p:nvPr/>
            </p:nvCxnSpPr>
            <p:spPr bwMode="hidden">
              <a:xfrm flipH="1" flipV="1">
                <a:off x="-1" y="4651431"/>
                <a:ext cx="2196496" cy="2206567"/>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p:cNvCxnSpPr/>
              <p:nvPr/>
            </p:nvCxnSpPr>
            <p:spPr bwMode="hidden">
              <a:xfrm flipH="1" flipV="1">
                <a:off x="-1" y="5864453"/>
                <a:ext cx="987003" cy="99354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grpSp>
          <p:nvGrpSpPr>
            <p:cNvPr id="114" name="Group 113"/>
            <p:cNvGrpSpPr/>
            <p:nvPr userDrawn="1"/>
          </p:nvGrpSpPr>
          <p:grpSpPr bwMode="hidden">
            <a:xfrm flipH="1">
              <a:off x="0" y="0"/>
              <a:ext cx="12192001" cy="6858000"/>
              <a:chOff x="-1" y="0"/>
              <a:chExt cx="12192001" cy="6858000"/>
            </a:xfrm>
          </p:grpSpPr>
          <p:cxnSp>
            <p:nvCxnSpPr>
              <p:cNvPr id="115" name="Straight Connector 114"/>
              <p:cNvCxnSpPr/>
              <p:nvPr/>
            </p:nvCxnSpPr>
            <p:spPr bwMode="hidden">
              <a:xfrm>
                <a:off x="225425"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p:cNvCxnSpPr/>
              <p:nvPr/>
            </p:nvCxnSpPr>
            <p:spPr bwMode="hidden">
              <a:xfrm>
                <a:off x="1449154"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p:cNvCxnSpPr/>
              <p:nvPr/>
            </p:nvCxnSpPr>
            <p:spPr bwMode="hidden">
              <a:xfrm>
                <a:off x="2665982"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p:cNvCxnSpPr/>
              <p:nvPr/>
            </p:nvCxnSpPr>
            <p:spPr bwMode="hidden">
              <a:xfrm>
                <a:off x="3885119"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p:cNvCxnSpPr/>
              <p:nvPr/>
            </p:nvCxnSpPr>
            <p:spPr bwMode="hidden">
              <a:xfrm>
                <a:off x="5106502" y="0"/>
                <a:ext cx="6815931" cy="6858000"/>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nvGrpSpPr>
              <p:cNvPr id="120" name="Group 119"/>
              <p:cNvGrpSpPr/>
              <p:nvPr/>
            </p:nvGrpSpPr>
            <p:grpSpPr bwMode="hidden">
              <a:xfrm>
                <a:off x="6327885" y="0"/>
                <a:ext cx="5864115" cy="5898673"/>
                <a:chOff x="6327885" y="0"/>
                <a:chExt cx="5864115" cy="5898673"/>
              </a:xfrm>
            </p:grpSpPr>
            <p:cxnSp>
              <p:nvCxnSpPr>
                <p:cNvPr id="126" name="Straight Connector 125"/>
                <p:cNvCxnSpPr/>
                <p:nvPr/>
              </p:nvCxnSpPr>
              <p:spPr bwMode="hidden">
                <a:xfrm>
                  <a:off x="6327885" y="0"/>
                  <a:ext cx="5864115" cy="5898673"/>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p:cNvCxnSpPr/>
                <p:nvPr/>
              </p:nvCxnSpPr>
              <p:spPr bwMode="hidden">
                <a:xfrm>
                  <a:off x="7549268" y="0"/>
                  <a:ext cx="4642732" cy="467242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p:cNvCxnSpPr/>
                <p:nvPr/>
              </p:nvCxnSpPr>
              <p:spPr bwMode="hidden">
                <a:xfrm>
                  <a:off x="8772997" y="0"/>
                  <a:ext cx="3419003" cy="345674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bwMode="hidden">
                <a:xfrm>
                  <a:off x="9982200" y="0"/>
                  <a:ext cx="2209800" cy="222646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bwMode="hidden">
                <a:xfrm>
                  <a:off x="11199019" y="0"/>
                  <a:ext cx="992981" cy="1002506"/>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cxnSp>
            <p:nvCxnSpPr>
              <p:cNvPr id="121" name="Straight Connector 120"/>
              <p:cNvCxnSpPr/>
              <p:nvPr/>
            </p:nvCxnSpPr>
            <p:spPr bwMode="hidden">
              <a:xfrm flipH="1" flipV="1">
                <a:off x="-1" y="1012053"/>
                <a:ext cx="5828811" cy="584594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p:cNvCxnSpPr/>
              <p:nvPr/>
            </p:nvCxnSpPr>
            <p:spPr bwMode="hidden">
              <a:xfrm flipH="1" flipV="1">
                <a:off x="-1" y="2227340"/>
                <a:ext cx="4614781" cy="4630658"/>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p:cNvCxnSpPr/>
              <p:nvPr/>
            </p:nvCxnSpPr>
            <p:spPr bwMode="hidden">
              <a:xfrm flipH="1" flipV="1">
                <a:off x="-1" y="3432149"/>
                <a:ext cx="3398419" cy="3425849"/>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p:cNvCxnSpPr/>
              <p:nvPr/>
            </p:nvCxnSpPr>
            <p:spPr bwMode="hidden">
              <a:xfrm flipH="1" flipV="1">
                <a:off x="-1" y="4651431"/>
                <a:ext cx="2196496" cy="2206567"/>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p:cNvCxnSpPr/>
              <p:nvPr/>
            </p:nvCxnSpPr>
            <p:spPr bwMode="hidden">
              <a:xfrm flipH="1" flipV="1">
                <a:off x="-1" y="5864453"/>
                <a:ext cx="987003" cy="993545"/>
              </a:xfrm>
              <a:prstGeom prst="line">
                <a:avLst/>
              </a:prstGeom>
              <a:ln>
                <a:solidFill>
                  <a:schemeClr val="bg1">
                    <a:lumMod val="85000"/>
                    <a:alpha val="25000"/>
                  </a:schemeClr>
                </a:solidFill>
              </a:ln>
            </p:spPr>
            <p:style>
              <a:lnRef idx="1">
                <a:schemeClr val="accent1"/>
              </a:lnRef>
              <a:fillRef idx="0">
                <a:schemeClr val="accent1"/>
              </a:fillRef>
              <a:effectRef idx="0">
                <a:schemeClr val="accent1"/>
              </a:effectRef>
              <a:fontRef idx="minor">
                <a:schemeClr val="tx1"/>
              </a:fontRef>
            </p:style>
          </p:cxnSp>
        </p:grpSp>
      </p:grpSp>
      <p:sp>
        <p:nvSpPr>
          <p:cNvPr id="2" name="Title Placeholder 1"/>
          <p:cNvSpPr>
            <a:spLocks noGrp="1"/>
          </p:cNvSpPr>
          <p:nvPr>
            <p:ph type="title"/>
          </p:nvPr>
        </p:nvSpPr>
        <p:spPr>
          <a:xfrm>
            <a:off x="1295400" y="503853"/>
            <a:ext cx="9601200" cy="1142385"/>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95400" y="1981201"/>
            <a:ext cx="9601200" cy="380999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48" name="Straight Connector 147"/>
          <p:cNvCxnSpPr/>
          <p:nvPr userDrawn="1"/>
        </p:nvCxnSpPr>
        <p:spPr>
          <a:xfrm>
            <a:off x="609600" y="6172200"/>
            <a:ext cx="10972800" cy="0"/>
          </a:xfrm>
          <a:prstGeom prst="line">
            <a:avLst/>
          </a:prstGeom>
          <a:ln w="127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p:cNvSpPr>
            <a:spLocks noGrp="1"/>
          </p:cNvSpPr>
          <p:nvPr>
            <p:ph type="ftr" sz="quarter" idx="3"/>
          </p:nvPr>
        </p:nvSpPr>
        <p:spPr>
          <a:xfrm>
            <a:off x="609601" y="6289679"/>
            <a:ext cx="6128030" cy="222436"/>
          </a:xfrm>
          <a:prstGeom prst="rect">
            <a:avLst/>
          </a:prstGeom>
        </p:spPr>
        <p:txBody>
          <a:bodyPr vert="horz" lIns="91440" tIns="45720" rIns="91440" bIns="45720" rtlCol="0" anchor="ctr"/>
          <a:lstStyle>
            <a:lvl1pPr algn="l">
              <a:defRPr sz="1100">
                <a:solidFill>
                  <a:schemeClr val="tx1">
                    <a:lumMod val="90000"/>
                    <a:lumOff val="10000"/>
                  </a:schemeClr>
                </a:solidFill>
              </a:defRPr>
            </a:lvl1pPr>
          </a:lstStyle>
          <a:p>
            <a:r>
              <a:rPr lang="en-US" dirty="0"/>
              <a:t>Add a footer</a:t>
            </a:r>
          </a:p>
        </p:txBody>
      </p:sp>
      <p:sp>
        <p:nvSpPr>
          <p:cNvPr id="4" name="Date Placeholder 3"/>
          <p:cNvSpPr>
            <a:spLocks noGrp="1"/>
          </p:cNvSpPr>
          <p:nvPr>
            <p:ph type="dt" sz="half" idx="2"/>
          </p:nvPr>
        </p:nvSpPr>
        <p:spPr>
          <a:xfrm>
            <a:off x="9294042" y="6289679"/>
            <a:ext cx="965946" cy="222436"/>
          </a:xfrm>
          <a:prstGeom prst="rect">
            <a:avLst/>
          </a:prstGeom>
        </p:spPr>
        <p:txBody>
          <a:bodyPr vert="horz" lIns="91440" tIns="45720" rIns="91440" bIns="45720" rtlCol="0" anchor="ctr"/>
          <a:lstStyle>
            <a:lvl1pPr algn="r">
              <a:defRPr sz="1100">
                <a:solidFill>
                  <a:schemeClr val="tx1">
                    <a:lumMod val="90000"/>
                    <a:lumOff val="10000"/>
                  </a:schemeClr>
                </a:solidFill>
              </a:defRPr>
            </a:lvl1pPr>
          </a:lstStyle>
          <a:p>
            <a:fld id="{B51B2453-8663-4C69-AF73-9FD7B1DEC5D0}" type="datetime1">
              <a:rPr lang="en-US" smtClean="0"/>
              <a:pPr/>
              <a:t>1/15/2026</a:t>
            </a:fld>
            <a:endParaRPr lang="en-US" dirty="0"/>
          </a:p>
        </p:txBody>
      </p:sp>
      <p:sp>
        <p:nvSpPr>
          <p:cNvPr id="6" name="Slide Number Placeholder 5"/>
          <p:cNvSpPr>
            <a:spLocks noGrp="1"/>
          </p:cNvSpPr>
          <p:nvPr>
            <p:ph type="sldNum" sz="quarter" idx="4"/>
          </p:nvPr>
        </p:nvSpPr>
        <p:spPr>
          <a:xfrm>
            <a:off x="10665311" y="6289679"/>
            <a:ext cx="918882" cy="222436"/>
          </a:xfrm>
          <a:prstGeom prst="rect">
            <a:avLst/>
          </a:prstGeom>
        </p:spPr>
        <p:txBody>
          <a:bodyPr vert="horz" lIns="91440" tIns="45720" rIns="91440" bIns="45720" rtlCol="0" anchor="ctr"/>
          <a:lstStyle>
            <a:lvl1pPr algn="r">
              <a:defRPr sz="1100">
                <a:solidFill>
                  <a:schemeClr val="tx1">
                    <a:lumMod val="90000"/>
                    <a:lumOff val="10000"/>
                  </a:schemeClr>
                </a:solidFill>
              </a:defRPr>
            </a:lvl1pPr>
          </a:lstStyle>
          <a:p>
            <a:fld id="{E31375A4-56A4-47D6-9801-1991572033F7}" type="slidenum">
              <a:rPr lang="en-US" smtClean="0"/>
              <a:pPr/>
              <a:t>‹#›</a:t>
            </a:fld>
            <a:endParaRPr lang="en-US" dirty="0"/>
          </a:p>
        </p:txBody>
      </p:sp>
    </p:spTree>
    <p:extLst>
      <p:ext uri="{BB962C8B-B14F-4D97-AF65-F5344CB8AC3E}">
        <p14:creationId xmlns:p14="http://schemas.microsoft.com/office/powerpoint/2010/main" val="19432598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9"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p:titleStyle>
    <p:body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93845" y="3429000"/>
            <a:ext cx="9604310" cy="1354964"/>
          </a:xfrm>
        </p:spPr>
        <p:txBody>
          <a:bodyPr>
            <a:normAutofit/>
          </a:bodyPr>
          <a:lstStyle/>
          <a:p>
            <a:r>
              <a:rPr lang="en-US" dirty="0"/>
              <a:t>Assignment 1</a:t>
            </a:r>
          </a:p>
        </p:txBody>
      </p:sp>
      <p:sp>
        <p:nvSpPr>
          <p:cNvPr id="3" name="Subtitle 2"/>
          <p:cNvSpPr>
            <a:spLocks noGrp="1"/>
          </p:cNvSpPr>
          <p:nvPr>
            <p:ph type="subTitle" idx="1"/>
          </p:nvPr>
        </p:nvSpPr>
        <p:spPr/>
        <p:txBody>
          <a:bodyPr>
            <a:normAutofit fontScale="92500"/>
          </a:bodyPr>
          <a:lstStyle/>
          <a:p>
            <a:r>
              <a:rPr lang="en-US" dirty="0"/>
              <a:t>Distributed Computing – Mohammad Hossein Mahrooghi – </a:t>
            </a:r>
            <a:r>
              <a:rPr lang="en-US" dirty="0" err="1"/>
              <a:t>Universita</a:t>
            </a:r>
            <a:r>
              <a:rPr lang="en-US" dirty="0"/>
              <a:t> di Genova 2026</a:t>
            </a:r>
          </a:p>
        </p:txBody>
      </p:sp>
    </p:spTree>
    <p:extLst>
      <p:ext uri="{BB962C8B-B14F-4D97-AF65-F5344CB8AC3E}">
        <p14:creationId xmlns:p14="http://schemas.microsoft.com/office/powerpoint/2010/main" val="106904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00" y="248215"/>
            <a:ext cx="9601200" cy="1142385"/>
          </a:xfrm>
        </p:spPr>
        <p:txBody>
          <a:bodyPr/>
          <a:lstStyle/>
          <a:p>
            <a:r>
              <a:rPr lang="en-US" dirty="0"/>
              <a:t>Introduction</a:t>
            </a:r>
          </a:p>
        </p:txBody>
      </p:sp>
      <p:sp>
        <p:nvSpPr>
          <p:cNvPr id="3" name="Content Placeholder 2"/>
          <p:cNvSpPr>
            <a:spLocks noGrp="1"/>
          </p:cNvSpPr>
          <p:nvPr>
            <p:ph idx="1"/>
          </p:nvPr>
        </p:nvSpPr>
        <p:spPr>
          <a:xfrm>
            <a:off x="1295400" y="1767400"/>
            <a:ext cx="9726561" cy="4626076"/>
          </a:xfrm>
        </p:spPr>
        <p:txBody>
          <a:bodyPr>
            <a:noAutofit/>
          </a:bodyPr>
          <a:lstStyle/>
          <a:p>
            <a:r>
              <a:rPr lang="en-US" sz="1600" dirty="0"/>
              <a:t>In this assignment, as required, we study the behavior of jobs executed in multiple queues and analyze their performance under different load balancing strategies, with a particular focus on the supermarket (power-of-d choices) method.</a:t>
            </a:r>
          </a:p>
          <a:p>
            <a:r>
              <a:rPr lang="en-US" sz="1600" dirty="0"/>
              <a:t>We first analyze the system under the standard memoryless assumption, where job inter-arrival times and service times follow exponential distributions.</a:t>
            </a:r>
          </a:p>
          <a:p>
            <a:r>
              <a:rPr lang="en-US" sz="1600" dirty="0"/>
              <a:t>The simulation results obtained under this setting are compared with the theoretical results presented in the course.</a:t>
            </a:r>
          </a:p>
          <a:p>
            <a:r>
              <a:rPr lang="en-US" sz="1600" dirty="0"/>
              <a:t>We then extend the analysis by modeling job arrivals and service times using Weibull distributions, allowing us to study non-memoryless workloads and evaluate how different workload characteristics impact the system behavior.</a:t>
            </a:r>
          </a:p>
          <a:p>
            <a:r>
              <a:rPr lang="en-US" sz="1600" dirty="0"/>
              <a:t>Finally, we analyze an additional extension introduced in the simulator and discuss its effects on system performance and trade-offs.</a:t>
            </a:r>
          </a:p>
        </p:txBody>
      </p:sp>
    </p:spTree>
    <p:extLst>
      <p:ext uri="{BB962C8B-B14F-4D97-AF65-F5344CB8AC3E}">
        <p14:creationId xmlns:p14="http://schemas.microsoft.com/office/powerpoint/2010/main" val="39846177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D57F891-89F8-4CB4-4AB0-5009CFE99E6C}"/>
              </a:ext>
            </a:extLst>
          </p:cNvPr>
          <p:cNvSpPr txBox="1">
            <a:spLocks/>
          </p:cNvSpPr>
          <p:nvPr/>
        </p:nvSpPr>
        <p:spPr>
          <a:xfrm>
            <a:off x="6096000" y="1268361"/>
            <a:ext cx="6027174" cy="5122607"/>
          </a:xfrm>
          <a:prstGeom prst="rect">
            <a:avLst/>
          </a:prstGeom>
        </p:spPr>
        <p:txBody>
          <a:bodyPr>
            <a:norm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20000"/>
              </a:lnSpc>
              <a:buNone/>
            </a:pPr>
            <a:r>
              <a:rPr lang="en-US" sz="1200" dirty="0"/>
              <a:t>A quick look of the functionality of each file:</a:t>
            </a:r>
          </a:p>
          <a:p>
            <a:pPr>
              <a:lnSpc>
                <a:spcPct val="120000"/>
              </a:lnSpc>
            </a:pPr>
            <a:r>
              <a:rPr lang="en-US" sz="1200" dirty="0"/>
              <a:t>discrete_event_sim.py: core discrete-event simulation engine (event queue and simulation time)</a:t>
            </a:r>
          </a:p>
          <a:p>
            <a:pPr>
              <a:lnSpc>
                <a:spcPct val="120000"/>
              </a:lnSpc>
            </a:pPr>
            <a:r>
              <a:rPr lang="en-US" sz="1200" dirty="0"/>
              <a:t>queue_sim.py: implementation of the supermarket queueing model and simulation logic</a:t>
            </a:r>
          </a:p>
          <a:p>
            <a:pPr>
              <a:lnSpc>
                <a:spcPct val="120000"/>
              </a:lnSpc>
            </a:pPr>
            <a:r>
              <a:rPr lang="en-US" sz="1200" dirty="0"/>
              <a:t>workloads.py: workload generators, including Weibull-distributed arrivals and service times</a:t>
            </a:r>
            <a:endParaRPr lang="fa-IR" sz="1200" dirty="0"/>
          </a:p>
          <a:p>
            <a:pPr>
              <a:lnSpc>
                <a:spcPct val="120000"/>
              </a:lnSpc>
            </a:pPr>
            <a:r>
              <a:rPr lang="en-US" sz="1200" dirty="0"/>
              <a:t>supermarket_plot.py: comparison between experimental and theoretical queue length distributions</a:t>
            </a:r>
          </a:p>
          <a:p>
            <a:pPr>
              <a:lnSpc>
                <a:spcPct val="120000"/>
              </a:lnSpc>
            </a:pPr>
            <a:r>
              <a:rPr lang="en-US" sz="1200" dirty="0"/>
              <a:t>plot_queue_w.py: visualization of average system time (W) under different configurations</a:t>
            </a:r>
          </a:p>
          <a:p>
            <a:pPr>
              <a:lnSpc>
                <a:spcPct val="120000"/>
              </a:lnSpc>
            </a:pPr>
            <a:r>
              <a:rPr lang="en-US" sz="1200" dirty="0"/>
              <a:t>run_dc.ps1: automation script for running multiple experiments(using PowerShell)</a:t>
            </a:r>
          </a:p>
          <a:p>
            <a:pPr marL="0" indent="0">
              <a:lnSpc>
                <a:spcPct val="120000"/>
              </a:lnSpc>
              <a:buNone/>
            </a:pPr>
            <a:r>
              <a:rPr lang="en-US" sz="1100" dirty="0"/>
              <a:t>Additionally, files such as d1.json, d2.json, d5.json, etc. are automatically generated while running the script. These files store the experimentally observed queue length distributions and are used to analyze and validate the simulation results.</a:t>
            </a:r>
          </a:p>
          <a:p>
            <a:pPr>
              <a:lnSpc>
                <a:spcPct val="120000"/>
              </a:lnSpc>
            </a:pPr>
            <a:endParaRPr lang="en-US" sz="1200" dirty="0"/>
          </a:p>
          <a:p>
            <a:pPr>
              <a:lnSpc>
                <a:spcPct val="120000"/>
              </a:lnSpc>
            </a:pPr>
            <a:endParaRPr lang="en-US" sz="1200" dirty="0"/>
          </a:p>
        </p:txBody>
      </p:sp>
      <p:pic>
        <p:nvPicPr>
          <p:cNvPr id="3" name="Picture 2">
            <a:extLst>
              <a:ext uri="{FF2B5EF4-FFF2-40B4-BE49-F238E27FC236}">
                <a16:creationId xmlns:a16="http://schemas.microsoft.com/office/drawing/2014/main" id="{4341EC65-D57A-F78E-E915-6C538F452132}"/>
              </a:ext>
            </a:extLst>
          </p:cNvPr>
          <p:cNvPicPr>
            <a:picLocks noChangeAspect="1"/>
          </p:cNvPicPr>
          <p:nvPr/>
        </p:nvPicPr>
        <p:blipFill>
          <a:blip r:embed="rId2"/>
          <a:stretch>
            <a:fillRect/>
          </a:stretch>
        </p:blipFill>
        <p:spPr>
          <a:xfrm>
            <a:off x="616974" y="1784556"/>
            <a:ext cx="4178540" cy="3726475"/>
          </a:xfrm>
          <a:prstGeom prst="rect">
            <a:avLst/>
          </a:prstGeom>
        </p:spPr>
      </p:pic>
      <p:sp>
        <p:nvSpPr>
          <p:cNvPr id="4" name="Title 1">
            <a:extLst>
              <a:ext uri="{FF2B5EF4-FFF2-40B4-BE49-F238E27FC236}">
                <a16:creationId xmlns:a16="http://schemas.microsoft.com/office/drawing/2014/main" id="{54EA42F5-3847-66CA-6F6D-93AAC1DDA9B1}"/>
              </a:ext>
            </a:extLst>
          </p:cNvPr>
          <p:cNvSpPr txBox="1">
            <a:spLocks/>
          </p:cNvSpPr>
          <p:nvPr/>
        </p:nvSpPr>
        <p:spPr>
          <a:xfrm>
            <a:off x="616974" y="690616"/>
            <a:ext cx="9601200" cy="725179"/>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Files</a:t>
            </a:r>
          </a:p>
        </p:txBody>
      </p:sp>
    </p:spTree>
    <p:extLst>
      <p:ext uri="{BB962C8B-B14F-4D97-AF65-F5344CB8AC3E}">
        <p14:creationId xmlns:p14="http://schemas.microsoft.com/office/powerpoint/2010/main" val="36951729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B654F57B-9F01-BB76-26A1-2CA565760251}"/>
              </a:ext>
            </a:extLst>
          </p:cNvPr>
          <p:cNvSpPr txBox="1">
            <a:spLocks/>
          </p:cNvSpPr>
          <p:nvPr/>
        </p:nvSpPr>
        <p:spPr>
          <a:xfrm>
            <a:off x="589935" y="1978792"/>
            <a:ext cx="10579511" cy="4345858"/>
          </a:xfrm>
          <a:prstGeom prst="rect">
            <a:avLst/>
          </a:prstGeom>
        </p:spPr>
        <p:txBody>
          <a:bodyPr>
            <a:norm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a:lnSpc>
                <a:spcPct val="150000"/>
              </a:lnSpc>
            </a:pPr>
            <a:r>
              <a:rPr lang="en-US" sz="1400" dirty="0"/>
              <a:t>The simulator is executed using a PowerShell script (run_dc.ps1), which requires the simulation parameters to be provided explicitly.</a:t>
            </a:r>
          </a:p>
          <a:p>
            <a:pPr>
              <a:lnSpc>
                <a:spcPct val="150000"/>
              </a:lnSpc>
            </a:pPr>
            <a:r>
              <a:rPr lang="en-US" sz="1400" dirty="0"/>
              <a:t>A typical execution command is:</a:t>
            </a:r>
          </a:p>
          <a:p>
            <a:pPr marL="0" indent="0">
              <a:lnSpc>
                <a:spcPct val="150000"/>
              </a:lnSpc>
              <a:buNone/>
            </a:pPr>
            <a:endParaRPr lang="en-US" sz="1400" dirty="0"/>
          </a:p>
          <a:p>
            <a:pPr>
              <a:lnSpc>
                <a:spcPct val="150000"/>
              </a:lnSpc>
            </a:pPr>
            <a:r>
              <a:rPr lang="en-US" sz="1400" dirty="0"/>
              <a:t>The script runs the simulator with the specified parameters, executes multiple experiments with different values of d (1, 2, 5, 8, 10), and automatically generates output files containing the experimental results and after that, the corresponding plots comparing experimental and theoretical results are displayed automatically.</a:t>
            </a:r>
          </a:p>
        </p:txBody>
      </p:sp>
      <p:sp>
        <p:nvSpPr>
          <p:cNvPr id="5" name="Title 1">
            <a:extLst>
              <a:ext uri="{FF2B5EF4-FFF2-40B4-BE49-F238E27FC236}">
                <a16:creationId xmlns:a16="http://schemas.microsoft.com/office/drawing/2014/main" id="{CE7A8D64-4915-F4BD-27D8-A3699096ECC5}"/>
              </a:ext>
            </a:extLst>
          </p:cNvPr>
          <p:cNvSpPr txBox="1">
            <a:spLocks/>
          </p:cNvSpPr>
          <p:nvPr/>
        </p:nvSpPr>
        <p:spPr>
          <a:xfrm>
            <a:off x="589935" y="533350"/>
            <a:ext cx="9601200" cy="1142385"/>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run_dc.ps1</a:t>
            </a:r>
          </a:p>
        </p:txBody>
      </p:sp>
      <p:pic>
        <p:nvPicPr>
          <p:cNvPr id="18" name="Picture 17">
            <a:extLst>
              <a:ext uri="{FF2B5EF4-FFF2-40B4-BE49-F238E27FC236}">
                <a16:creationId xmlns:a16="http://schemas.microsoft.com/office/drawing/2014/main" id="{96545710-9923-D886-C031-8436BCD98176}"/>
              </a:ext>
            </a:extLst>
          </p:cNvPr>
          <p:cNvPicPr>
            <a:picLocks noChangeAspect="1"/>
          </p:cNvPicPr>
          <p:nvPr/>
        </p:nvPicPr>
        <p:blipFill>
          <a:blip r:embed="rId2"/>
          <a:stretch>
            <a:fillRect/>
          </a:stretch>
        </p:blipFill>
        <p:spPr>
          <a:xfrm>
            <a:off x="889687" y="3387212"/>
            <a:ext cx="5353797" cy="257211"/>
          </a:xfrm>
          <a:prstGeom prst="rect">
            <a:avLst/>
          </a:prstGeom>
        </p:spPr>
      </p:pic>
    </p:spTree>
    <p:extLst>
      <p:ext uri="{BB962C8B-B14F-4D97-AF65-F5344CB8AC3E}">
        <p14:creationId xmlns:p14="http://schemas.microsoft.com/office/powerpoint/2010/main" val="32302943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2DD57E-6DC0-47EC-B5ED-D0BDB5D3DB48}"/>
              </a:ext>
            </a:extLst>
          </p:cNvPr>
          <p:cNvSpPr txBox="1">
            <a:spLocks/>
          </p:cNvSpPr>
          <p:nvPr/>
        </p:nvSpPr>
        <p:spPr>
          <a:xfrm>
            <a:off x="589935" y="533350"/>
            <a:ext cx="9601200" cy="1142385"/>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Parameters</a:t>
            </a:r>
          </a:p>
        </p:txBody>
      </p:sp>
      <p:sp>
        <p:nvSpPr>
          <p:cNvPr id="3" name="Content Placeholder 2">
            <a:extLst>
              <a:ext uri="{FF2B5EF4-FFF2-40B4-BE49-F238E27FC236}">
                <a16:creationId xmlns:a16="http://schemas.microsoft.com/office/drawing/2014/main" id="{131BBAAA-7E10-32B4-12ED-969D6FD667E8}"/>
              </a:ext>
            </a:extLst>
          </p:cNvPr>
          <p:cNvSpPr txBox="1">
            <a:spLocks/>
          </p:cNvSpPr>
          <p:nvPr/>
        </p:nvSpPr>
        <p:spPr>
          <a:xfrm>
            <a:off x="481780" y="1452716"/>
            <a:ext cx="7669162" cy="4345858"/>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r>
              <a:rPr lang="en-US" sz="1400" dirty="0"/>
              <a:t>The PowerShell script allows configuring the simulator through a set of parameters.</a:t>
            </a:r>
          </a:p>
          <a:p>
            <a:pPr marL="0" indent="0">
              <a:lnSpc>
                <a:spcPct val="150000"/>
              </a:lnSpc>
              <a:buNone/>
            </a:pPr>
            <a:endParaRPr lang="en-US" sz="1200" b="1" dirty="0"/>
          </a:p>
          <a:p>
            <a:pPr>
              <a:lnSpc>
                <a:spcPct val="150000"/>
              </a:lnSpc>
            </a:pPr>
            <a:r>
              <a:rPr lang="en-US" sz="1600" dirty="0"/>
              <a:t>λ (LAMBD): job arrival rate</a:t>
            </a:r>
          </a:p>
          <a:p>
            <a:pPr>
              <a:lnSpc>
                <a:spcPct val="150000"/>
              </a:lnSpc>
            </a:pPr>
            <a:r>
              <a:rPr lang="en-US" sz="1600" dirty="0"/>
              <a:t>μ (MU): service rate</a:t>
            </a:r>
          </a:p>
          <a:p>
            <a:pPr>
              <a:lnSpc>
                <a:spcPct val="150000"/>
              </a:lnSpc>
            </a:pPr>
            <a:r>
              <a:rPr lang="en-US" sz="1600" dirty="0"/>
              <a:t>N: number of servers</a:t>
            </a:r>
          </a:p>
          <a:p>
            <a:pPr>
              <a:lnSpc>
                <a:spcPct val="150000"/>
              </a:lnSpc>
            </a:pPr>
            <a:r>
              <a:rPr lang="en-US" sz="1600" dirty="0"/>
              <a:t>MAXT: maximum simulation time</a:t>
            </a:r>
          </a:p>
          <a:p>
            <a:pPr>
              <a:lnSpc>
                <a:spcPct val="150000"/>
              </a:lnSpc>
            </a:pPr>
            <a:r>
              <a:rPr lang="en-US" sz="1600" dirty="0"/>
              <a:t>D: list of values for the number of sampled queues</a:t>
            </a:r>
          </a:p>
          <a:p>
            <a:pPr>
              <a:lnSpc>
                <a:spcPct val="150000"/>
              </a:lnSpc>
            </a:pPr>
            <a:endParaRPr lang="en-US" sz="1600" dirty="0"/>
          </a:p>
        </p:txBody>
      </p:sp>
      <p:sp>
        <p:nvSpPr>
          <p:cNvPr id="4" name="Content Placeholder 2">
            <a:extLst>
              <a:ext uri="{FF2B5EF4-FFF2-40B4-BE49-F238E27FC236}">
                <a16:creationId xmlns:a16="http://schemas.microsoft.com/office/drawing/2014/main" id="{E05414AB-B8CD-D75D-6B8E-B8960979FA6B}"/>
              </a:ext>
            </a:extLst>
          </p:cNvPr>
          <p:cNvSpPr txBox="1">
            <a:spLocks/>
          </p:cNvSpPr>
          <p:nvPr/>
        </p:nvSpPr>
        <p:spPr>
          <a:xfrm>
            <a:off x="6096000" y="2432818"/>
            <a:ext cx="5525729" cy="4122839"/>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r>
              <a:rPr lang="en-US" sz="1600" dirty="0"/>
              <a:t>Optional parameters:</a:t>
            </a:r>
          </a:p>
          <a:p>
            <a:pPr>
              <a:lnSpc>
                <a:spcPct val="150000"/>
              </a:lnSpc>
            </a:pPr>
            <a:r>
              <a:rPr lang="en-US" sz="1400" dirty="0"/>
              <a:t>WEIBULL_SERVICE_SHAPE: shape parameter for service time distribution</a:t>
            </a:r>
          </a:p>
          <a:p>
            <a:pPr>
              <a:lnSpc>
                <a:spcPct val="150000"/>
              </a:lnSpc>
            </a:pPr>
            <a:r>
              <a:rPr lang="en-US" sz="1400" dirty="0"/>
              <a:t>WEIBULL_ARRIVAL_SHAPE: shape parameter for inter-arrival time distribution</a:t>
            </a:r>
          </a:p>
          <a:p>
            <a:pPr>
              <a:lnSpc>
                <a:spcPct val="150000"/>
              </a:lnSpc>
            </a:pPr>
            <a:r>
              <a:rPr lang="en-US" sz="1400" dirty="0"/>
              <a:t>QUEUE_CAPACITY: maximum queue size</a:t>
            </a:r>
          </a:p>
          <a:p>
            <a:pPr>
              <a:lnSpc>
                <a:spcPct val="150000"/>
              </a:lnSpc>
            </a:pPr>
            <a:r>
              <a:rPr lang="en-US" sz="1400" dirty="0"/>
              <a:t>OVERFLOW_BEHAVIOUR_OPTION: drop or retry</a:t>
            </a:r>
          </a:p>
          <a:p>
            <a:pPr>
              <a:lnSpc>
                <a:spcPct val="150000"/>
              </a:lnSpc>
            </a:pPr>
            <a:r>
              <a:rPr lang="en-US" sz="1400" dirty="0"/>
              <a:t>MAX_RETRIES: number of retries when retry is enabled</a:t>
            </a:r>
          </a:p>
        </p:txBody>
      </p:sp>
    </p:spTree>
    <p:extLst>
      <p:ext uri="{BB962C8B-B14F-4D97-AF65-F5344CB8AC3E}">
        <p14:creationId xmlns:p14="http://schemas.microsoft.com/office/powerpoint/2010/main" val="3900939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97655-6A31-1FB0-BEB7-0C2EDA16D049}"/>
              </a:ext>
            </a:extLst>
          </p:cNvPr>
          <p:cNvSpPr txBox="1">
            <a:spLocks/>
          </p:cNvSpPr>
          <p:nvPr/>
        </p:nvSpPr>
        <p:spPr>
          <a:xfrm>
            <a:off x="589935" y="533350"/>
            <a:ext cx="9601200" cy="1142385"/>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Experiments</a:t>
            </a:r>
            <a:endParaRPr lang="fa-IR" dirty="0"/>
          </a:p>
          <a:p>
            <a:endParaRPr lang="fa-IR" dirty="0"/>
          </a:p>
          <a:p>
            <a:r>
              <a:rPr lang="en-US" sz="1400" dirty="0"/>
              <a:t>Experimental evaluation under exponential (memoryless) workloads.</a:t>
            </a:r>
          </a:p>
          <a:p>
            <a:endParaRPr lang="en-US" dirty="0"/>
          </a:p>
        </p:txBody>
      </p:sp>
      <p:sp>
        <p:nvSpPr>
          <p:cNvPr id="3" name="Content Placeholder 2">
            <a:extLst>
              <a:ext uri="{FF2B5EF4-FFF2-40B4-BE49-F238E27FC236}">
                <a16:creationId xmlns:a16="http://schemas.microsoft.com/office/drawing/2014/main" id="{095BBEAD-9CBC-5B93-C120-01F3218DF769}"/>
              </a:ext>
            </a:extLst>
          </p:cNvPr>
          <p:cNvSpPr txBox="1">
            <a:spLocks/>
          </p:cNvSpPr>
          <p:nvPr/>
        </p:nvSpPr>
        <p:spPr>
          <a:xfrm>
            <a:off x="589935" y="1978792"/>
            <a:ext cx="9601199" cy="4345858"/>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endParaRPr lang="en-US" sz="1400" dirty="0"/>
          </a:p>
          <a:p>
            <a:pPr marL="0" indent="0">
              <a:lnSpc>
                <a:spcPct val="150000"/>
              </a:lnSpc>
              <a:buNone/>
            </a:pPr>
            <a:r>
              <a:rPr lang="en-US" sz="1400" dirty="0"/>
              <a:t>We first validate the simulator using d = 1, which corresponds to random assignment.</a:t>
            </a:r>
          </a:p>
          <a:p>
            <a:pPr marL="0" indent="0">
              <a:lnSpc>
                <a:spcPct val="150000"/>
              </a:lnSpc>
              <a:buNone/>
            </a:pPr>
            <a:r>
              <a:rPr lang="en-US" sz="1400" dirty="0"/>
              <a:t>The experimentally observed queue length distribution closely matches the theoretical results.</a:t>
            </a:r>
          </a:p>
          <a:p>
            <a:pPr marL="0" indent="0">
              <a:lnSpc>
                <a:spcPct val="150000"/>
              </a:lnSpc>
              <a:buNone/>
            </a:pPr>
            <a:endParaRPr lang="en-US" sz="1400" dirty="0"/>
          </a:p>
          <a:p>
            <a:pPr marL="0" indent="0">
              <a:lnSpc>
                <a:spcPct val="150000"/>
              </a:lnSpc>
              <a:buNone/>
            </a:pPr>
            <a:r>
              <a:rPr lang="en-US" sz="1400" dirty="0"/>
              <a:t>We then repeat the experiments for increasing values of d (d = 2, 5, 10).</a:t>
            </a:r>
          </a:p>
          <a:p>
            <a:pPr marL="0" indent="0">
              <a:lnSpc>
                <a:spcPct val="150000"/>
              </a:lnSpc>
              <a:buNone/>
            </a:pPr>
            <a:r>
              <a:rPr lang="en-US" sz="1400" dirty="0"/>
              <a:t>As d increases, the probability of observing long queues decreases significantly,</a:t>
            </a:r>
          </a:p>
          <a:p>
            <a:pPr marL="0" indent="0">
              <a:lnSpc>
                <a:spcPct val="150000"/>
              </a:lnSpc>
              <a:buNone/>
            </a:pPr>
            <a:r>
              <a:rPr lang="en-US" sz="1400" dirty="0"/>
              <a:t>confirming the effectiveness of the supermarket (power-of-d choices) method.</a:t>
            </a:r>
            <a:endParaRPr lang="en-US" sz="1600" dirty="0"/>
          </a:p>
        </p:txBody>
      </p:sp>
    </p:spTree>
    <p:extLst>
      <p:ext uri="{BB962C8B-B14F-4D97-AF65-F5344CB8AC3E}">
        <p14:creationId xmlns:p14="http://schemas.microsoft.com/office/powerpoint/2010/main" val="1814763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DC20932-3224-DBA7-18A7-1F6BF75EC023}"/>
              </a:ext>
            </a:extLst>
          </p:cNvPr>
          <p:cNvSpPr txBox="1">
            <a:spLocks/>
          </p:cNvSpPr>
          <p:nvPr/>
        </p:nvSpPr>
        <p:spPr>
          <a:xfrm>
            <a:off x="540774" y="5233269"/>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1 (random assignment),</a:t>
            </a:r>
          </a:p>
          <a:p>
            <a:pPr marL="0" indent="0">
              <a:lnSpc>
                <a:spcPct val="100000"/>
              </a:lnSpc>
              <a:buNone/>
            </a:pPr>
            <a:r>
              <a:rPr lang="en-US" sz="1400" dirty="0"/>
              <a:t>experimental results match the theoretical curve.</a:t>
            </a:r>
            <a:endParaRPr lang="en-US" sz="1600" dirty="0"/>
          </a:p>
        </p:txBody>
      </p:sp>
      <p:sp>
        <p:nvSpPr>
          <p:cNvPr id="3" name="Content Placeholder 2">
            <a:extLst>
              <a:ext uri="{FF2B5EF4-FFF2-40B4-BE49-F238E27FC236}">
                <a16:creationId xmlns:a16="http://schemas.microsoft.com/office/drawing/2014/main" id="{214D6761-9342-CCB4-2A4E-1CE6AF2D8885}"/>
              </a:ext>
            </a:extLst>
          </p:cNvPr>
          <p:cNvSpPr txBox="1">
            <a:spLocks/>
          </p:cNvSpPr>
          <p:nvPr/>
        </p:nvSpPr>
        <p:spPr>
          <a:xfrm>
            <a:off x="6646606" y="5233269"/>
            <a:ext cx="5624052"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increasing d significantly reduces the probability of long queues.</a:t>
            </a:r>
            <a:endParaRPr lang="en-US" sz="1600" dirty="0"/>
          </a:p>
        </p:txBody>
      </p:sp>
      <p:sp>
        <p:nvSpPr>
          <p:cNvPr id="6" name="Content Placeholder 2">
            <a:extLst>
              <a:ext uri="{FF2B5EF4-FFF2-40B4-BE49-F238E27FC236}">
                <a16:creationId xmlns:a16="http://schemas.microsoft.com/office/drawing/2014/main" id="{A9FA1815-768C-615C-388F-B53F755CA734}"/>
              </a:ext>
            </a:extLst>
          </p:cNvPr>
          <p:cNvSpPr txBox="1">
            <a:spLocks/>
          </p:cNvSpPr>
          <p:nvPr/>
        </p:nvSpPr>
        <p:spPr>
          <a:xfrm>
            <a:off x="3711675" y="6386051"/>
            <a:ext cx="5127523" cy="36933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buNone/>
            </a:pPr>
            <a:r>
              <a:rPr lang="en-US" sz="1400" dirty="0"/>
              <a:t>Parameters: λ = 0.5, μ = 1, N = 50, MAXT = 20000.</a:t>
            </a:r>
          </a:p>
        </p:txBody>
      </p:sp>
      <p:pic>
        <p:nvPicPr>
          <p:cNvPr id="10" name="Picture 9">
            <a:extLst>
              <a:ext uri="{FF2B5EF4-FFF2-40B4-BE49-F238E27FC236}">
                <a16:creationId xmlns:a16="http://schemas.microsoft.com/office/drawing/2014/main" id="{B3763869-A317-FE17-874E-0A84F7B51B9C}"/>
              </a:ext>
            </a:extLst>
          </p:cNvPr>
          <p:cNvPicPr>
            <a:picLocks noChangeAspect="1"/>
          </p:cNvPicPr>
          <p:nvPr/>
        </p:nvPicPr>
        <p:blipFill>
          <a:blip r:embed="rId2"/>
          <a:stretch>
            <a:fillRect/>
          </a:stretch>
        </p:blipFill>
        <p:spPr>
          <a:xfrm>
            <a:off x="540774" y="926741"/>
            <a:ext cx="5265252" cy="3760894"/>
          </a:xfrm>
          <a:prstGeom prst="rect">
            <a:avLst/>
          </a:prstGeom>
        </p:spPr>
      </p:pic>
      <p:pic>
        <p:nvPicPr>
          <p:cNvPr id="12" name="Picture 11">
            <a:extLst>
              <a:ext uri="{FF2B5EF4-FFF2-40B4-BE49-F238E27FC236}">
                <a16:creationId xmlns:a16="http://schemas.microsoft.com/office/drawing/2014/main" id="{D0C0B1F2-F729-DB85-7259-2EA165AEA2C6}"/>
              </a:ext>
            </a:extLst>
          </p:cNvPr>
          <p:cNvPicPr>
            <a:picLocks noChangeAspect="1"/>
          </p:cNvPicPr>
          <p:nvPr/>
        </p:nvPicPr>
        <p:blipFill>
          <a:blip r:embed="rId3"/>
          <a:stretch>
            <a:fillRect/>
          </a:stretch>
        </p:blipFill>
        <p:spPr>
          <a:xfrm>
            <a:off x="6646606" y="926741"/>
            <a:ext cx="5265252" cy="3760894"/>
          </a:xfrm>
          <a:prstGeom prst="rect">
            <a:avLst/>
          </a:prstGeom>
        </p:spPr>
      </p:pic>
    </p:spTree>
    <p:extLst>
      <p:ext uri="{BB962C8B-B14F-4D97-AF65-F5344CB8AC3E}">
        <p14:creationId xmlns:p14="http://schemas.microsoft.com/office/powerpoint/2010/main" val="2830800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0961EA04-0F62-983F-22FB-7DB28F46C3A4}"/>
              </a:ext>
            </a:extLst>
          </p:cNvPr>
          <p:cNvSpPr txBox="1">
            <a:spLocks/>
          </p:cNvSpPr>
          <p:nvPr/>
        </p:nvSpPr>
        <p:spPr>
          <a:xfrm>
            <a:off x="540774" y="5233269"/>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1 (random assignment),</a:t>
            </a:r>
          </a:p>
          <a:p>
            <a:pPr marL="0" indent="0">
              <a:lnSpc>
                <a:spcPct val="100000"/>
              </a:lnSpc>
              <a:buNone/>
            </a:pPr>
            <a:r>
              <a:rPr lang="en-US" sz="1400" dirty="0"/>
              <a:t>experimental results match the theoretical curve.</a:t>
            </a:r>
            <a:endParaRPr lang="en-US" sz="1600" dirty="0"/>
          </a:p>
        </p:txBody>
      </p:sp>
      <p:sp>
        <p:nvSpPr>
          <p:cNvPr id="3" name="Content Placeholder 2">
            <a:extLst>
              <a:ext uri="{FF2B5EF4-FFF2-40B4-BE49-F238E27FC236}">
                <a16:creationId xmlns:a16="http://schemas.microsoft.com/office/drawing/2014/main" id="{160C2EA1-1A1A-E505-BB24-4657F0D26AD8}"/>
              </a:ext>
            </a:extLst>
          </p:cNvPr>
          <p:cNvSpPr txBox="1">
            <a:spLocks/>
          </p:cNvSpPr>
          <p:nvPr/>
        </p:nvSpPr>
        <p:spPr>
          <a:xfrm>
            <a:off x="6646606" y="5233269"/>
            <a:ext cx="5624052"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increasing d significantly reduces the probability of long queues.</a:t>
            </a:r>
            <a:endParaRPr lang="en-US" sz="1600" dirty="0"/>
          </a:p>
        </p:txBody>
      </p:sp>
      <p:sp>
        <p:nvSpPr>
          <p:cNvPr id="4" name="Content Placeholder 2">
            <a:extLst>
              <a:ext uri="{FF2B5EF4-FFF2-40B4-BE49-F238E27FC236}">
                <a16:creationId xmlns:a16="http://schemas.microsoft.com/office/drawing/2014/main" id="{FC8A1BDB-B708-4265-9377-C42D4BB8E60C}"/>
              </a:ext>
            </a:extLst>
          </p:cNvPr>
          <p:cNvSpPr txBox="1">
            <a:spLocks/>
          </p:cNvSpPr>
          <p:nvPr/>
        </p:nvSpPr>
        <p:spPr>
          <a:xfrm>
            <a:off x="3711675" y="6386051"/>
            <a:ext cx="5127523" cy="36933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buNone/>
            </a:pPr>
            <a:r>
              <a:rPr lang="en-US" sz="1400" dirty="0"/>
              <a:t>Parameters: λ = 0.</a:t>
            </a:r>
            <a:r>
              <a:rPr lang="fa-IR" sz="1400" dirty="0"/>
              <a:t>9</a:t>
            </a:r>
            <a:r>
              <a:rPr lang="en-US" sz="1400" dirty="0"/>
              <a:t>, μ = 1, N = 50, MAXT = 20000.</a:t>
            </a:r>
          </a:p>
        </p:txBody>
      </p:sp>
      <p:pic>
        <p:nvPicPr>
          <p:cNvPr id="10" name="Picture 9">
            <a:extLst>
              <a:ext uri="{FF2B5EF4-FFF2-40B4-BE49-F238E27FC236}">
                <a16:creationId xmlns:a16="http://schemas.microsoft.com/office/drawing/2014/main" id="{ACA3867F-B7E0-7BE3-2248-3432391D89E6}"/>
              </a:ext>
            </a:extLst>
          </p:cNvPr>
          <p:cNvPicPr>
            <a:picLocks noChangeAspect="1"/>
          </p:cNvPicPr>
          <p:nvPr/>
        </p:nvPicPr>
        <p:blipFill>
          <a:blip r:embed="rId2"/>
          <a:stretch>
            <a:fillRect/>
          </a:stretch>
        </p:blipFill>
        <p:spPr>
          <a:xfrm>
            <a:off x="6646606" y="926742"/>
            <a:ext cx="5265253" cy="3760895"/>
          </a:xfrm>
          <a:prstGeom prst="rect">
            <a:avLst/>
          </a:prstGeom>
        </p:spPr>
      </p:pic>
      <p:pic>
        <p:nvPicPr>
          <p:cNvPr id="12" name="Picture 11">
            <a:extLst>
              <a:ext uri="{FF2B5EF4-FFF2-40B4-BE49-F238E27FC236}">
                <a16:creationId xmlns:a16="http://schemas.microsoft.com/office/drawing/2014/main" id="{CAE56223-6E1A-21E7-A205-937D29AD93C8}"/>
              </a:ext>
            </a:extLst>
          </p:cNvPr>
          <p:cNvPicPr>
            <a:picLocks noChangeAspect="1"/>
          </p:cNvPicPr>
          <p:nvPr/>
        </p:nvPicPr>
        <p:blipFill>
          <a:blip r:embed="rId3"/>
          <a:stretch>
            <a:fillRect/>
          </a:stretch>
        </p:blipFill>
        <p:spPr>
          <a:xfrm>
            <a:off x="540774" y="926742"/>
            <a:ext cx="5265252" cy="3760894"/>
          </a:xfrm>
          <a:prstGeom prst="rect">
            <a:avLst/>
          </a:prstGeom>
        </p:spPr>
      </p:pic>
    </p:spTree>
    <p:extLst>
      <p:ext uri="{BB962C8B-B14F-4D97-AF65-F5344CB8AC3E}">
        <p14:creationId xmlns:p14="http://schemas.microsoft.com/office/powerpoint/2010/main" val="2813711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FE250-781D-B8C2-C01A-18FAC1700C3D}"/>
              </a:ext>
            </a:extLst>
          </p:cNvPr>
          <p:cNvSpPr txBox="1">
            <a:spLocks/>
          </p:cNvSpPr>
          <p:nvPr/>
        </p:nvSpPr>
        <p:spPr>
          <a:xfrm>
            <a:off x="589935" y="533351"/>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Weibull distributions</a:t>
            </a:r>
            <a:endParaRPr lang="fa-IR" dirty="0"/>
          </a:p>
          <a:p>
            <a:endParaRPr lang="fa-IR" dirty="0"/>
          </a:p>
        </p:txBody>
      </p:sp>
      <p:sp>
        <p:nvSpPr>
          <p:cNvPr id="4" name="Content Placeholder 2">
            <a:extLst>
              <a:ext uri="{FF2B5EF4-FFF2-40B4-BE49-F238E27FC236}">
                <a16:creationId xmlns:a16="http://schemas.microsoft.com/office/drawing/2014/main" id="{A188F086-B771-45BE-7270-C4F481C16082}"/>
              </a:ext>
            </a:extLst>
          </p:cNvPr>
          <p:cNvSpPr txBox="1">
            <a:spLocks/>
          </p:cNvSpPr>
          <p:nvPr/>
        </p:nvSpPr>
        <p:spPr>
          <a:xfrm>
            <a:off x="589936" y="1542410"/>
            <a:ext cx="9601199" cy="3084821"/>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r>
              <a:rPr lang="en-US" sz="1400" dirty="0"/>
              <a:t>The exponential distribution assumes memoryless arrivals and service times,</a:t>
            </a:r>
          </a:p>
          <a:p>
            <a:pPr marL="0" indent="0">
              <a:lnSpc>
                <a:spcPct val="150000"/>
              </a:lnSpc>
              <a:buNone/>
            </a:pPr>
            <a:r>
              <a:rPr lang="en-US" sz="1400" dirty="0"/>
              <a:t>which is often unrealistic in real systems.</a:t>
            </a:r>
          </a:p>
          <a:p>
            <a:pPr marL="0" indent="0">
              <a:lnSpc>
                <a:spcPct val="150000"/>
              </a:lnSpc>
              <a:buNone/>
            </a:pPr>
            <a:r>
              <a:rPr lang="en-US" sz="1400" dirty="0"/>
              <a:t>To model more realistic workloads, we replace exponential distributions</a:t>
            </a:r>
          </a:p>
          <a:p>
            <a:pPr marL="0" indent="0">
              <a:lnSpc>
                <a:spcPct val="150000"/>
              </a:lnSpc>
              <a:buNone/>
            </a:pPr>
            <a:r>
              <a:rPr lang="en-US" sz="1400" dirty="0"/>
              <a:t>with </a:t>
            </a:r>
            <a:r>
              <a:rPr lang="en-US" sz="1400" b="1" dirty="0"/>
              <a:t>Weibull distributions </a:t>
            </a:r>
            <a:r>
              <a:rPr lang="en-US" sz="1400" dirty="0"/>
              <a:t>for both job arrivals and service times.</a:t>
            </a:r>
          </a:p>
          <a:p>
            <a:pPr marL="0" indent="0">
              <a:lnSpc>
                <a:spcPct val="150000"/>
              </a:lnSpc>
              <a:buNone/>
            </a:pPr>
            <a:endParaRPr lang="en-US" sz="1400" dirty="0"/>
          </a:p>
        </p:txBody>
      </p:sp>
      <p:sp>
        <p:nvSpPr>
          <p:cNvPr id="5" name="Content Placeholder 2">
            <a:extLst>
              <a:ext uri="{FF2B5EF4-FFF2-40B4-BE49-F238E27FC236}">
                <a16:creationId xmlns:a16="http://schemas.microsoft.com/office/drawing/2014/main" id="{EF973B5A-0309-CBBF-6438-9063D72960C6}"/>
              </a:ext>
            </a:extLst>
          </p:cNvPr>
          <p:cNvSpPr txBox="1">
            <a:spLocks/>
          </p:cNvSpPr>
          <p:nvPr/>
        </p:nvSpPr>
        <p:spPr>
          <a:xfrm>
            <a:off x="1450258" y="3773179"/>
            <a:ext cx="9601199" cy="3084821"/>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endParaRPr lang="en-US" sz="1600" dirty="0"/>
          </a:p>
        </p:txBody>
      </p:sp>
      <p:sp>
        <p:nvSpPr>
          <p:cNvPr id="8" name="Content Placeholder 2">
            <a:extLst>
              <a:ext uri="{FF2B5EF4-FFF2-40B4-BE49-F238E27FC236}">
                <a16:creationId xmlns:a16="http://schemas.microsoft.com/office/drawing/2014/main" id="{FE54F480-B912-90A5-68E4-6AF3DFFAEF2F}"/>
              </a:ext>
            </a:extLst>
          </p:cNvPr>
          <p:cNvSpPr txBox="1">
            <a:spLocks/>
          </p:cNvSpPr>
          <p:nvPr/>
        </p:nvSpPr>
        <p:spPr>
          <a:xfrm>
            <a:off x="589936" y="4059280"/>
            <a:ext cx="9601199" cy="4345858"/>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r>
              <a:rPr lang="en-US" sz="1400" dirty="0"/>
              <a:t>Impact of Weibull-distributed workloads on queue length distributions.</a:t>
            </a:r>
          </a:p>
          <a:p>
            <a:pPr marL="0" indent="0">
              <a:lnSpc>
                <a:spcPct val="150000"/>
              </a:lnSpc>
              <a:buNone/>
            </a:pPr>
            <a:r>
              <a:rPr lang="en-US" sz="1400" dirty="0"/>
              <a:t>shape = 1 reproduces the exponential case.</a:t>
            </a:r>
          </a:p>
          <a:p>
            <a:pPr marL="0" indent="0">
              <a:lnSpc>
                <a:spcPct val="150000"/>
              </a:lnSpc>
              <a:buNone/>
            </a:pPr>
            <a:r>
              <a:rPr lang="en-US" sz="1400" dirty="0"/>
              <a:t>shape &lt; 1 leads to heavier tails and longer queues.</a:t>
            </a:r>
          </a:p>
          <a:p>
            <a:pPr marL="0" indent="0">
              <a:lnSpc>
                <a:spcPct val="150000"/>
              </a:lnSpc>
              <a:buNone/>
            </a:pPr>
            <a:r>
              <a:rPr lang="en-US" sz="1400" dirty="0"/>
              <a:t>shape &gt; 1 results in more regular behavior and shorter queues.</a:t>
            </a:r>
          </a:p>
        </p:txBody>
      </p:sp>
    </p:spTree>
    <p:extLst>
      <p:ext uri="{BB962C8B-B14F-4D97-AF65-F5344CB8AC3E}">
        <p14:creationId xmlns:p14="http://schemas.microsoft.com/office/powerpoint/2010/main" val="20980083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75775830-9DD8-E5A1-7F2F-BB71A6D70AA1}"/>
              </a:ext>
            </a:extLst>
          </p:cNvPr>
          <p:cNvSpPr txBox="1">
            <a:spLocks/>
          </p:cNvSpPr>
          <p:nvPr/>
        </p:nvSpPr>
        <p:spPr>
          <a:xfrm>
            <a:off x="1850921" y="6232972"/>
            <a:ext cx="4245079" cy="36933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buNone/>
            </a:pPr>
            <a:r>
              <a:rPr lang="en-US" sz="1400" dirty="0"/>
              <a:t>Parameters: λ = 0.5, μ = 1, N = 50, MAXT = 20000</a:t>
            </a:r>
          </a:p>
        </p:txBody>
      </p:sp>
      <p:pic>
        <p:nvPicPr>
          <p:cNvPr id="8" name="Picture 7">
            <a:extLst>
              <a:ext uri="{FF2B5EF4-FFF2-40B4-BE49-F238E27FC236}">
                <a16:creationId xmlns:a16="http://schemas.microsoft.com/office/drawing/2014/main" id="{82DE546F-3D4A-D87C-B686-C739A1E5361E}"/>
              </a:ext>
            </a:extLst>
          </p:cNvPr>
          <p:cNvPicPr>
            <a:picLocks noChangeAspect="1"/>
          </p:cNvPicPr>
          <p:nvPr/>
        </p:nvPicPr>
        <p:blipFill>
          <a:blip r:embed="rId2"/>
          <a:stretch>
            <a:fillRect/>
          </a:stretch>
        </p:blipFill>
        <p:spPr>
          <a:xfrm>
            <a:off x="6715432" y="926742"/>
            <a:ext cx="5265252" cy="3760894"/>
          </a:xfrm>
          <a:prstGeom prst="rect">
            <a:avLst/>
          </a:prstGeom>
        </p:spPr>
      </p:pic>
      <p:pic>
        <p:nvPicPr>
          <p:cNvPr id="10" name="Picture 9">
            <a:extLst>
              <a:ext uri="{FF2B5EF4-FFF2-40B4-BE49-F238E27FC236}">
                <a16:creationId xmlns:a16="http://schemas.microsoft.com/office/drawing/2014/main" id="{EA79E660-0963-15E6-6EC5-0B7A0B405D06}"/>
              </a:ext>
            </a:extLst>
          </p:cNvPr>
          <p:cNvPicPr>
            <a:picLocks noChangeAspect="1"/>
          </p:cNvPicPr>
          <p:nvPr/>
        </p:nvPicPr>
        <p:blipFill>
          <a:blip r:embed="rId3"/>
          <a:stretch>
            <a:fillRect/>
          </a:stretch>
        </p:blipFill>
        <p:spPr>
          <a:xfrm>
            <a:off x="540774" y="926742"/>
            <a:ext cx="5265252" cy="3760894"/>
          </a:xfrm>
          <a:prstGeom prst="rect">
            <a:avLst/>
          </a:prstGeom>
        </p:spPr>
      </p:pic>
      <p:sp>
        <p:nvSpPr>
          <p:cNvPr id="12" name="TextBox 11">
            <a:extLst>
              <a:ext uri="{FF2B5EF4-FFF2-40B4-BE49-F238E27FC236}">
                <a16:creationId xmlns:a16="http://schemas.microsoft.com/office/drawing/2014/main" id="{7A005C24-22B9-0469-5F43-9C5B32C2F169}"/>
              </a:ext>
            </a:extLst>
          </p:cNvPr>
          <p:cNvSpPr txBox="1"/>
          <p:nvPr/>
        </p:nvSpPr>
        <p:spPr>
          <a:xfrm>
            <a:off x="6715432" y="6187838"/>
            <a:ext cx="3854245" cy="307777"/>
          </a:xfrm>
          <a:prstGeom prst="rect">
            <a:avLst/>
          </a:prstGeom>
          <a:noFill/>
        </p:spPr>
        <p:txBody>
          <a:bodyPr wrap="square">
            <a:spAutoFit/>
          </a:bodyPr>
          <a:lstStyle/>
          <a:p>
            <a:r>
              <a:rPr lang="en-US" sz="1400" dirty="0"/>
              <a:t>shape &lt; 1    =&gt;    WSS = 0.5 , WAS = 0.5 </a:t>
            </a:r>
          </a:p>
        </p:txBody>
      </p:sp>
      <p:sp>
        <p:nvSpPr>
          <p:cNvPr id="15" name="Content Placeholder 2">
            <a:extLst>
              <a:ext uri="{FF2B5EF4-FFF2-40B4-BE49-F238E27FC236}">
                <a16:creationId xmlns:a16="http://schemas.microsoft.com/office/drawing/2014/main" id="{963E240A-C47F-F38F-1195-A0EE810B2E48}"/>
              </a:ext>
            </a:extLst>
          </p:cNvPr>
          <p:cNvSpPr txBox="1">
            <a:spLocks/>
          </p:cNvSpPr>
          <p:nvPr/>
        </p:nvSpPr>
        <p:spPr>
          <a:xfrm>
            <a:off x="540774" y="5048603"/>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1</a:t>
            </a:r>
            <a:endParaRPr lang="en-US" sz="1600" dirty="0"/>
          </a:p>
        </p:txBody>
      </p:sp>
      <p:sp>
        <p:nvSpPr>
          <p:cNvPr id="16" name="Content Placeholder 2">
            <a:extLst>
              <a:ext uri="{FF2B5EF4-FFF2-40B4-BE49-F238E27FC236}">
                <a16:creationId xmlns:a16="http://schemas.microsoft.com/office/drawing/2014/main" id="{AEB42FD3-5ADF-24D2-855E-6289F5716DB2}"/>
              </a:ext>
            </a:extLst>
          </p:cNvPr>
          <p:cNvSpPr txBox="1">
            <a:spLocks/>
          </p:cNvSpPr>
          <p:nvPr/>
        </p:nvSpPr>
        <p:spPr>
          <a:xfrm>
            <a:off x="6715432" y="5048603"/>
            <a:ext cx="5624052"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2 , 5 , 10</a:t>
            </a:r>
            <a:endParaRPr lang="en-US" sz="1600" dirty="0"/>
          </a:p>
        </p:txBody>
      </p:sp>
      <p:sp>
        <p:nvSpPr>
          <p:cNvPr id="18" name="Title 1">
            <a:extLst>
              <a:ext uri="{FF2B5EF4-FFF2-40B4-BE49-F238E27FC236}">
                <a16:creationId xmlns:a16="http://schemas.microsoft.com/office/drawing/2014/main" id="{1B7E2D40-97A0-829A-7E1B-247F06113F29}"/>
              </a:ext>
            </a:extLst>
          </p:cNvPr>
          <p:cNvSpPr txBox="1">
            <a:spLocks/>
          </p:cNvSpPr>
          <p:nvPr/>
        </p:nvSpPr>
        <p:spPr>
          <a:xfrm>
            <a:off x="540774" y="255696"/>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Shape &lt;1   =&gt;   Heavier tails  </a:t>
            </a:r>
          </a:p>
          <a:p>
            <a:endParaRPr lang="fa-IR" dirty="0"/>
          </a:p>
        </p:txBody>
      </p:sp>
    </p:spTree>
    <p:extLst>
      <p:ext uri="{BB962C8B-B14F-4D97-AF65-F5344CB8AC3E}">
        <p14:creationId xmlns:p14="http://schemas.microsoft.com/office/powerpoint/2010/main" val="4184065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568EF631-86DA-CAA3-152C-188E9A7D84BA}"/>
              </a:ext>
            </a:extLst>
          </p:cNvPr>
          <p:cNvSpPr txBox="1">
            <a:spLocks/>
          </p:cNvSpPr>
          <p:nvPr/>
        </p:nvSpPr>
        <p:spPr>
          <a:xfrm>
            <a:off x="540774" y="5048603"/>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1</a:t>
            </a:r>
            <a:endParaRPr lang="en-US" sz="1600" dirty="0"/>
          </a:p>
        </p:txBody>
      </p:sp>
      <p:sp>
        <p:nvSpPr>
          <p:cNvPr id="3" name="Content Placeholder 2">
            <a:extLst>
              <a:ext uri="{FF2B5EF4-FFF2-40B4-BE49-F238E27FC236}">
                <a16:creationId xmlns:a16="http://schemas.microsoft.com/office/drawing/2014/main" id="{F06B92BE-9E1A-90C6-B9FB-B0542B7ED1E0}"/>
              </a:ext>
            </a:extLst>
          </p:cNvPr>
          <p:cNvSpPr txBox="1">
            <a:spLocks/>
          </p:cNvSpPr>
          <p:nvPr/>
        </p:nvSpPr>
        <p:spPr>
          <a:xfrm>
            <a:off x="6715432" y="5048603"/>
            <a:ext cx="5624052"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2 , 5 , 10</a:t>
            </a:r>
            <a:endParaRPr lang="en-US" sz="1600" dirty="0"/>
          </a:p>
        </p:txBody>
      </p:sp>
      <p:sp>
        <p:nvSpPr>
          <p:cNvPr id="4" name="Content Placeholder 2">
            <a:extLst>
              <a:ext uri="{FF2B5EF4-FFF2-40B4-BE49-F238E27FC236}">
                <a16:creationId xmlns:a16="http://schemas.microsoft.com/office/drawing/2014/main" id="{D5AC439F-E119-FE72-3668-28B073EDFA7B}"/>
              </a:ext>
            </a:extLst>
          </p:cNvPr>
          <p:cNvSpPr txBox="1">
            <a:spLocks/>
          </p:cNvSpPr>
          <p:nvPr/>
        </p:nvSpPr>
        <p:spPr>
          <a:xfrm>
            <a:off x="1850921" y="6232972"/>
            <a:ext cx="4245079" cy="36933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buNone/>
            </a:pPr>
            <a:r>
              <a:rPr lang="en-US" sz="1400" dirty="0"/>
              <a:t>Parameters: λ = 0.5, μ = 1, N = 50, MAXT = 20000</a:t>
            </a:r>
          </a:p>
        </p:txBody>
      </p:sp>
      <p:sp>
        <p:nvSpPr>
          <p:cNvPr id="7" name="TextBox 6">
            <a:extLst>
              <a:ext uri="{FF2B5EF4-FFF2-40B4-BE49-F238E27FC236}">
                <a16:creationId xmlns:a16="http://schemas.microsoft.com/office/drawing/2014/main" id="{E5B6BA05-589E-E992-944C-3E7AC345FAFD}"/>
              </a:ext>
            </a:extLst>
          </p:cNvPr>
          <p:cNvSpPr txBox="1"/>
          <p:nvPr/>
        </p:nvSpPr>
        <p:spPr>
          <a:xfrm>
            <a:off x="6715432" y="6187838"/>
            <a:ext cx="3854245" cy="307777"/>
          </a:xfrm>
          <a:prstGeom prst="rect">
            <a:avLst/>
          </a:prstGeom>
          <a:noFill/>
        </p:spPr>
        <p:txBody>
          <a:bodyPr wrap="square">
            <a:spAutoFit/>
          </a:bodyPr>
          <a:lstStyle/>
          <a:p>
            <a:r>
              <a:rPr lang="en-US" sz="1400" dirty="0"/>
              <a:t>shape &lt; 1    =&gt;    WSS = 1 , WAS = 1 </a:t>
            </a:r>
          </a:p>
        </p:txBody>
      </p:sp>
      <p:pic>
        <p:nvPicPr>
          <p:cNvPr id="11" name="Picture 10">
            <a:extLst>
              <a:ext uri="{FF2B5EF4-FFF2-40B4-BE49-F238E27FC236}">
                <a16:creationId xmlns:a16="http://schemas.microsoft.com/office/drawing/2014/main" id="{D479DB0D-79ED-8679-9527-B22310F52A4A}"/>
              </a:ext>
            </a:extLst>
          </p:cNvPr>
          <p:cNvPicPr>
            <a:picLocks noChangeAspect="1"/>
          </p:cNvPicPr>
          <p:nvPr/>
        </p:nvPicPr>
        <p:blipFill>
          <a:blip r:embed="rId2"/>
          <a:stretch>
            <a:fillRect/>
          </a:stretch>
        </p:blipFill>
        <p:spPr>
          <a:xfrm>
            <a:off x="6715432" y="926742"/>
            <a:ext cx="5265253" cy="3760895"/>
          </a:xfrm>
          <a:prstGeom prst="rect">
            <a:avLst/>
          </a:prstGeom>
        </p:spPr>
      </p:pic>
      <p:pic>
        <p:nvPicPr>
          <p:cNvPr id="13" name="Picture 12">
            <a:extLst>
              <a:ext uri="{FF2B5EF4-FFF2-40B4-BE49-F238E27FC236}">
                <a16:creationId xmlns:a16="http://schemas.microsoft.com/office/drawing/2014/main" id="{3829C714-F5FC-DF0E-263D-7167052C4686}"/>
              </a:ext>
            </a:extLst>
          </p:cNvPr>
          <p:cNvPicPr>
            <a:picLocks noChangeAspect="1"/>
          </p:cNvPicPr>
          <p:nvPr/>
        </p:nvPicPr>
        <p:blipFill>
          <a:blip r:embed="rId3"/>
          <a:stretch>
            <a:fillRect/>
          </a:stretch>
        </p:blipFill>
        <p:spPr>
          <a:xfrm>
            <a:off x="540774" y="926742"/>
            <a:ext cx="5265252" cy="3760894"/>
          </a:xfrm>
          <a:prstGeom prst="rect">
            <a:avLst/>
          </a:prstGeom>
        </p:spPr>
      </p:pic>
      <p:sp>
        <p:nvSpPr>
          <p:cNvPr id="16" name="Title 1">
            <a:extLst>
              <a:ext uri="{FF2B5EF4-FFF2-40B4-BE49-F238E27FC236}">
                <a16:creationId xmlns:a16="http://schemas.microsoft.com/office/drawing/2014/main" id="{490EF5FE-0523-5C7A-6070-6F3AC38424D2}"/>
              </a:ext>
            </a:extLst>
          </p:cNvPr>
          <p:cNvSpPr txBox="1">
            <a:spLocks/>
          </p:cNvSpPr>
          <p:nvPr/>
        </p:nvSpPr>
        <p:spPr>
          <a:xfrm>
            <a:off x="540774" y="255696"/>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Shape = 1   =&gt;  exponential</a:t>
            </a:r>
          </a:p>
          <a:p>
            <a:endParaRPr lang="fa-IR" dirty="0"/>
          </a:p>
        </p:txBody>
      </p:sp>
    </p:spTree>
    <p:extLst>
      <p:ext uri="{BB962C8B-B14F-4D97-AF65-F5344CB8AC3E}">
        <p14:creationId xmlns:p14="http://schemas.microsoft.com/office/powerpoint/2010/main" val="20939463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7EDE88F-2D3C-820E-9794-3A2DA115EF30}"/>
              </a:ext>
            </a:extLst>
          </p:cNvPr>
          <p:cNvPicPr>
            <a:picLocks noChangeAspect="1"/>
          </p:cNvPicPr>
          <p:nvPr/>
        </p:nvPicPr>
        <p:blipFill>
          <a:blip r:embed="rId2"/>
          <a:stretch>
            <a:fillRect/>
          </a:stretch>
        </p:blipFill>
        <p:spPr>
          <a:xfrm>
            <a:off x="6715432" y="926740"/>
            <a:ext cx="5265255" cy="3760896"/>
          </a:xfrm>
          <a:prstGeom prst="rect">
            <a:avLst/>
          </a:prstGeom>
        </p:spPr>
      </p:pic>
      <p:pic>
        <p:nvPicPr>
          <p:cNvPr id="5" name="Picture 4">
            <a:extLst>
              <a:ext uri="{FF2B5EF4-FFF2-40B4-BE49-F238E27FC236}">
                <a16:creationId xmlns:a16="http://schemas.microsoft.com/office/drawing/2014/main" id="{C5F1418A-874B-6551-475D-77E0C124DE63}"/>
              </a:ext>
            </a:extLst>
          </p:cNvPr>
          <p:cNvPicPr>
            <a:picLocks noChangeAspect="1"/>
          </p:cNvPicPr>
          <p:nvPr/>
        </p:nvPicPr>
        <p:blipFill>
          <a:blip r:embed="rId3"/>
          <a:stretch>
            <a:fillRect/>
          </a:stretch>
        </p:blipFill>
        <p:spPr>
          <a:xfrm>
            <a:off x="540774" y="926741"/>
            <a:ext cx="5265253" cy="3760895"/>
          </a:xfrm>
          <a:prstGeom prst="rect">
            <a:avLst/>
          </a:prstGeom>
        </p:spPr>
      </p:pic>
      <p:sp>
        <p:nvSpPr>
          <p:cNvPr id="6" name="Content Placeholder 2">
            <a:extLst>
              <a:ext uri="{FF2B5EF4-FFF2-40B4-BE49-F238E27FC236}">
                <a16:creationId xmlns:a16="http://schemas.microsoft.com/office/drawing/2014/main" id="{5A1FCDAF-A8E2-7A73-1E22-86D1C8200C52}"/>
              </a:ext>
            </a:extLst>
          </p:cNvPr>
          <p:cNvSpPr txBox="1">
            <a:spLocks/>
          </p:cNvSpPr>
          <p:nvPr/>
        </p:nvSpPr>
        <p:spPr>
          <a:xfrm>
            <a:off x="540774" y="5048603"/>
            <a:ext cx="4060723"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1</a:t>
            </a:r>
            <a:endParaRPr lang="en-US" sz="1600" dirty="0"/>
          </a:p>
        </p:txBody>
      </p:sp>
      <p:sp>
        <p:nvSpPr>
          <p:cNvPr id="7" name="Content Placeholder 2">
            <a:extLst>
              <a:ext uri="{FF2B5EF4-FFF2-40B4-BE49-F238E27FC236}">
                <a16:creationId xmlns:a16="http://schemas.microsoft.com/office/drawing/2014/main" id="{78DC6EDE-D376-B748-8E60-E546B885C3F6}"/>
              </a:ext>
            </a:extLst>
          </p:cNvPr>
          <p:cNvSpPr txBox="1">
            <a:spLocks/>
          </p:cNvSpPr>
          <p:nvPr/>
        </p:nvSpPr>
        <p:spPr>
          <a:xfrm>
            <a:off x="6715432" y="5048603"/>
            <a:ext cx="5624052" cy="82340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00000"/>
              </a:lnSpc>
              <a:buNone/>
            </a:pPr>
            <a:r>
              <a:rPr lang="en-US" sz="1400" dirty="0"/>
              <a:t>d = 2 , 5 , 10</a:t>
            </a:r>
            <a:endParaRPr lang="en-US" sz="1600" dirty="0"/>
          </a:p>
        </p:txBody>
      </p:sp>
      <p:sp>
        <p:nvSpPr>
          <p:cNvPr id="8" name="Content Placeholder 2">
            <a:extLst>
              <a:ext uri="{FF2B5EF4-FFF2-40B4-BE49-F238E27FC236}">
                <a16:creationId xmlns:a16="http://schemas.microsoft.com/office/drawing/2014/main" id="{DFEC2F51-6340-47CE-4C78-921F22D99ABF}"/>
              </a:ext>
            </a:extLst>
          </p:cNvPr>
          <p:cNvSpPr txBox="1">
            <a:spLocks/>
          </p:cNvSpPr>
          <p:nvPr/>
        </p:nvSpPr>
        <p:spPr>
          <a:xfrm>
            <a:off x="1850921" y="6232972"/>
            <a:ext cx="4245079" cy="369332"/>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buNone/>
            </a:pPr>
            <a:r>
              <a:rPr lang="en-US" sz="1400" dirty="0"/>
              <a:t>Parameters: λ = 0.5, μ = 1, N = 50, MAXT = 20000</a:t>
            </a:r>
          </a:p>
        </p:txBody>
      </p:sp>
      <p:sp>
        <p:nvSpPr>
          <p:cNvPr id="9" name="TextBox 8">
            <a:extLst>
              <a:ext uri="{FF2B5EF4-FFF2-40B4-BE49-F238E27FC236}">
                <a16:creationId xmlns:a16="http://schemas.microsoft.com/office/drawing/2014/main" id="{BA17B009-27E4-625F-B97C-2B6222C62388}"/>
              </a:ext>
            </a:extLst>
          </p:cNvPr>
          <p:cNvSpPr txBox="1"/>
          <p:nvPr/>
        </p:nvSpPr>
        <p:spPr>
          <a:xfrm>
            <a:off x="6715432" y="6187838"/>
            <a:ext cx="3854245" cy="307777"/>
          </a:xfrm>
          <a:prstGeom prst="rect">
            <a:avLst/>
          </a:prstGeom>
          <a:noFill/>
        </p:spPr>
        <p:txBody>
          <a:bodyPr wrap="square">
            <a:spAutoFit/>
          </a:bodyPr>
          <a:lstStyle/>
          <a:p>
            <a:r>
              <a:rPr lang="en-US" sz="1400" dirty="0"/>
              <a:t>shape &lt; 1    =&gt;    WSS = 1.5 , WAS = 1.5 </a:t>
            </a:r>
          </a:p>
        </p:txBody>
      </p:sp>
      <p:sp>
        <p:nvSpPr>
          <p:cNvPr id="14" name="Title 1">
            <a:extLst>
              <a:ext uri="{FF2B5EF4-FFF2-40B4-BE49-F238E27FC236}">
                <a16:creationId xmlns:a16="http://schemas.microsoft.com/office/drawing/2014/main" id="{4A565798-4214-EED5-CB1B-535085A3DB5F}"/>
              </a:ext>
            </a:extLst>
          </p:cNvPr>
          <p:cNvSpPr txBox="1">
            <a:spLocks/>
          </p:cNvSpPr>
          <p:nvPr/>
        </p:nvSpPr>
        <p:spPr>
          <a:xfrm>
            <a:off x="540774" y="255696"/>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Shape &gt; 1   =&gt;  shorter queues</a:t>
            </a:r>
          </a:p>
          <a:p>
            <a:endParaRPr lang="fa-IR" dirty="0"/>
          </a:p>
        </p:txBody>
      </p:sp>
    </p:spTree>
    <p:extLst>
      <p:ext uri="{BB962C8B-B14F-4D97-AF65-F5344CB8AC3E}">
        <p14:creationId xmlns:p14="http://schemas.microsoft.com/office/powerpoint/2010/main" val="19098759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94D37-66B1-2D16-A187-69FE48690BCE}"/>
              </a:ext>
            </a:extLst>
          </p:cNvPr>
          <p:cNvSpPr txBox="1">
            <a:spLocks/>
          </p:cNvSpPr>
          <p:nvPr/>
        </p:nvSpPr>
        <p:spPr>
          <a:xfrm>
            <a:off x="589935" y="533351"/>
            <a:ext cx="9601200" cy="931656"/>
          </a:xfrm>
          <a:prstGeom prst="rect">
            <a:avLst/>
          </a:prstGeom>
        </p:spPr>
        <p:txBody>
          <a:bodyPr/>
          <a:lstStyle>
            <a:lvl1pPr algn="l" defTabSz="914400" rtl="0" eaLnBrk="1" latinLnBrk="0" hangingPunct="1">
              <a:lnSpc>
                <a:spcPct val="90000"/>
              </a:lnSpc>
              <a:spcBef>
                <a:spcPct val="0"/>
              </a:spcBef>
              <a:buNone/>
              <a:defRPr sz="3200" b="1" kern="1200">
                <a:solidFill>
                  <a:schemeClr val="accent1">
                    <a:lumMod val="75000"/>
                  </a:schemeClr>
                </a:solidFill>
                <a:latin typeface="+mj-lt"/>
                <a:ea typeface="+mj-ea"/>
                <a:cs typeface="+mj-cs"/>
              </a:defRPr>
            </a:lvl1pPr>
          </a:lstStyle>
          <a:p>
            <a:r>
              <a:rPr lang="en-US" dirty="0"/>
              <a:t>Simulator Extension (Finite Queue)</a:t>
            </a:r>
            <a:endParaRPr lang="fa-IR" dirty="0"/>
          </a:p>
        </p:txBody>
      </p:sp>
      <p:sp>
        <p:nvSpPr>
          <p:cNvPr id="5" name="Content Placeholder 2">
            <a:extLst>
              <a:ext uri="{FF2B5EF4-FFF2-40B4-BE49-F238E27FC236}">
                <a16:creationId xmlns:a16="http://schemas.microsoft.com/office/drawing/2014/main" id="{066529F3-4A39-3BC3-9066-BE9218F4B825}"/>
              </a:ext>
            </a:extLst>
          </p:cNvPr>
          <p:cNvSpPr txBox="1">
            <a:spLocks/>
          </p:cNvSpPr>
          <p:nvPr/>
        </p:nvSpPr>
        <p:spPr>
          <a:xfrm>
            <a:off x="589936" y="1465007"/>
            <a:ext cx="9601199" cy="3084821"/>
          </a:xfrm>
          <a:prstGeom prst="rect">
            <a:avLst/>
          </a:prstGeom>
        </p:spPr>
        <p:txBody>
          <a:bodyPr>
            <a:noAutofit/>
          </a:bodyPr>
          <a:lstStyle>
            <a:lvl1pPr marL="228600" indent="-228600" algn="l" defTabSz="914400" rtl="0" eaLnBrk="1" latinLnBrk="0" hangingPunct="1">
              <a:lnSpc>
                <a:spcPct val="90000"/>
              </a:lnSpc>
              <a:spcBef>
                <a:spcPts val="1800"/>
              </a:spcBef>
              <a:buClr>
                <a:schemeClr val="accent1">
                  <a:lumMod val="75000"/>
                </a:schemeClr>
              </a:buClr>
              <a:buSzPct val="100000"/>
              <a:buFont typeface="Arial" pitchFamily="34" charset="0"/>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1200"/>
              </a:spcBef>
              <a:buClr>
                <a:schemeClr val="accent1">
                  <a:lumMod val="75000"/>
                </a:schemeClr>
              </a:buClr>
              <a:buSzPct val="100000"/>
              <a:buFont typeface="Arial" pitchFamily="34" charset="0"/>
              <a:buChar char="▪"/>
              <a:defRPr sz="1800" kern="1200">
                <a:solidFill>
                  <a:schemeClr val="tx1"/>
                </a:solidFill>
                <a:latin typeface="+mn-lt"/>
                <a:ea typeface="+mn-ea"/>
                <a:cs typeface="+mn-cs"/>
              </a:defRPr>
            </a:lvl2pPr>
            <a:lvl3pPr marL="685800" indent="-179388" algn="l" defTabSz="914400" rtl="0" eaLnBrk="1" latinLnBrk="0" hangingPunct="1">
              <a:lnSpc>
                <a:spcPct val="90000"/>
              </a:lnSpc>
              <a:spcBef>
                <a:spcPts val="800"/>
              </a:spcBef>
              <a:buClr>
                <a:schemeClr val="accent1">
                  <a:lumMod val="75000"/>
                </a:schemeClr>
              </a:buClr>
              <a:buSzPct val="100000"/>
              <a:buFont typeface="Arial" pitchFamily="34" charset="0"/>
              <a:buChar char="▪"/>
              <a:defRPr sz="1600" kern="1200">
                <a:solidFill>
                  <a:schemeClr val="tx1"/>
                </a:solidFill>
                <a:latin typeface="+mn-lt"/>
                <a:ea typeface="+mn-ea"/>
                <a:cs typeface="+mn-cs"/>
              </a:defRPr>
            </a:lvl3pPr>
            <a:lvl4pPr marL="914400" indent="-182880" algn="l" defTabSz="914400" rtl="0" eaLnBrk="1" latinLnBrk="0" hangingPunct="1">
              <a:lnSpc>
                <a:spcPct val="90000"/>
              </a:lnSpc>
              <a:spcBef>
                <a:spcPts val="8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4pPr>
            <a:lvl5pPr marL="11430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5pPr>
            <a:lvl6pPr marL="13716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6pPr>
            <a:lvl7pPr marL="1600200" indent="-179388"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7pPr>
            <a:lvl8pPr marL="1828800" indent="-182880" algn="l" defTabSz="914400" rtl="0" eaLnBrk="1" latinLnBrk="0" hangingPunct="1">
              <a:lnSpc>
                <a:spcPct val="90000"/>
              </a:lnSpc>
              <a:spcBef>
                <a:spcPts val="600"/>
              </a:spcBef>
              <a:buClr>
                <a:schemeClr val="accent1">
                  <a:lumMod val="75000"/>
                </a:schemeClr>
              </a:buClr>
              <a:buSzPct val="100000"/>
              <a:buFont typeface="Arial" pitchFamily="34" charset="0"/>
              <a:buChar char="▪"/>
              <a:defRPr sz="1400" kern="1200">
                <a:solidFill>
                  <a:schemeClr val="tx1"/>
                </a:solidFill>
                <a:latin typeface="+mn-lt"/>
                <a:ea typeface="+mn-ea"/>
                <a:cs typeface="+mn-cs"/>
              </a:defRPr>
            </a:lvl8pPr>
            <a:lvl9pPr marL="1878012" indent="0" algn="l" defTabSz="914400" rtl="0" eaLnBrk="1" latinLnBrk="0" hangingPunct="1">
              <a:lnSpc>
                <a:spcPct val="90000"/>
              </a:lnSpc>
              <a:spcBef>
                <a:spcPts val="600"/>
              </a:spcBef>
              <a:buClr>
                <a:schemeClr val="accent1">
                  <a:lumMod val="75000"/>
                </a:schemeClr>
              </a:buClr>
              <a:buSzPct val="100000"/>
              <a:buFont typeface="Arial" pitchFamily="34" charset="0"/>
              <a:buNone/>
              <a:defRPr sz="1400" kern="1200">
                <a:solidFill>
                  <a:schemeClr val="tx1"/>
                </a:solidFill>
                <a:latin typeface="+mn-lt"/>
                <a:ea typeface="+mn-ea"/>
                <a:cs typeface="+mn-cs"/>
              </a:defRPr>
            </a:lvl9pPr>
          </a:lstStyle>
          <a:p>
            <a:pPr marL="0" indent="0">
              <a:lnSpc>
                <a:spcPct val="150000"/>
              </a:lnSpc>
              <a:buNone/>
            </a:pPr>
            <a:r>
              <a:rPr lang="en-US" sz="1400" dirty="0"/>
              <a:t>The simulator is extended to support finite queue capacities.</a:t>
            </a:r>
          </a:p>
          <a:p>
            <a:pPr marL="0" indent="0">
              <a:lnSpc>
                <a:spcPct val="150000"/>
              </a:lnSpc>
              <a:buNone/>
            </a:pPr>
            <a:endParaRPr lang="en-US" sz="1400" dirty="0"/>
          </a:p>
          <a:p>
            <a:pPr marL="0" indent="0">
              <a:lnSpc>
                <a:spcPct val="150000"/>
              </a:lnSpc>
              <a:buNone/>
            </a:pPr>
            <a:r>
              <a:rPr lang="en-US" sz="1400" dirty="0"/>
              <a:t>When a queue is full:</a:t>
            </a:r>
          </a:p>
          <a:p>
            <a:pPr marL="0" indent="0">
              <a:lnSpc>
                <a:spcPct val="150000"/>
              </a:lnSpc>
              <a:buNone/>
            </a:pPr>
            <a:r>
              <a:rPr lang="en-US" sz="1400" dirty="0"/>
              <a:t>• drop: arriving jobs are dropped</a:t>
            </a:r>
          </a:p>
          <a:p>
            <a:pPr marL="0" indent="0">
              <a:lnSpc>
                <a:spcPct val="150000"/>
              </a:lnSpc>
              <a:buNone/>
            </a:pPr>
            <a:r>
              <a:rPr lang="en-US" sz="1400" dirty="0"/>
              <a:t>• retry: jobs attempt to join another queue up to a maximum number of retries</a:t>
            </a:r>
          </a:p>
          <a:p>
            <a:pPr marL="0" indent="0">
              <a:lnSpc>
                <a:spcPct val="150000"/>
              </a:lnSpc>
              <a:buNone/>
            </a:pPr>
            <a:endParaRPr lang="en-US" sz="1400" dirty="0"/>
          </a:p>
          <a:p>
            <a:pPr marL="0" indent="0">
              <a:lnSpc>
                <a:spcPct val="150000"/>
              </a:lnSpc>
              <a:buNone/>
            </a:pPr>
            <a:r>
              <a:rPr lang="en-US" sz="1400" dirty="0"/>
              <a:t>This extension allows studying trade-offs between delay, throughput, and job loss.</a:t>
            </a:r>
          </a:p>
        </p:txBody>
      </p:sp>
    </p:spTree>
    <p:extLst>
      <p:ext uri="{BB962C8B-B14F-4D97-AF65-F5344CB8AC3E}">
        <p14:creationId xmlns:p14="http://schemas.microsoft.com/office/powerpoint/2010/main" val="3410676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Diamond Grid 16x9">
  <a:themeElements>
    <a:clrScheme name="DiamondGrid">
      <a:dk1>
        <a:srgbClr val="2D2E2D"/>
      </a:dk1>
      <a:lt1>
        <a:sysClr val="window" lastClr="FFFFFF"/>
      </a:lt1>
      <a:dk2>
        <a:srgbClr val="000000"/>
      </a:dk2>
      <a:lt2>
        <a:srgbClr val="EAEAEA"/>
      </a:lt2>
      <a:accent1>
        <a:srgbClr val="D15A3E"/>
      </a:accent1>
      <a:accent2>
        <a:srgbClr val="B2B2B2"/>
      </a:accent2>
      <a:accent3>
        <a:srgbClr val="4F91A1"/>
      </a:accent3>
      <a:accent4>
        <a:srgbClr val="F0BA34"/>
      </a:accent4>
      <a:accent5>
        <a:srgbClr val="AEB733"/>
      </a:accent5>
      <a:accent6>
        <a:srgbClr val="926397"/>
      </a:accent6>
      <a:hlink>
        <a:srgbClr val="4F91A1"/>
      </a:hlink>
      <a:folHlink>
        <a:srgbClr val="808080"/>
      </a:folHlink>
    </a:clrScheme>
    <a:fontScheme name="Arial">
      <a:maj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iness diamond grid presentation (widescreen).potx" id="{B2221865-AD13-4DF0-B68E-BF08E8CC5659}" vid="{BAA0C488-98B6-4F47-8E1C-5C7CD9605F73}"/>
    </a:ext>
  </a:extLst>
</a:theme>
</file>

<file path=ppt/theme/theme2.xml><?xml version="1.0" encoding="utf-8"?>
<a:theme xmlns:a="http://schemas.openxmlformats.org/drawingml/2006/main" name="Office Theme">
  <a:themeElements>
    <a:clrScheme name="DiamondGrid">
      <a:dk1>
        <a:srgbClr val="2D2E2D"/>
      </a:dk1>
      <a:lt1>
        <a:sysClr val="window" lastClr="FFFFFF"/>
      </a:lt1>
      <a:dk2>
        <a:srgbClr val="000000"/>
      </a:dk2>
      <a:lt2>
        <a:srgbClr val="EAEAEA"/>
      </a:lt2>
      <a:accent1>
        <a:srgbClr val="D15A3E"/>
      </a:accent1>
      <a:accent2>
        <a:srgbClr val="B2B2B2"/>
      </a:accent2>
      <a:accent3>
        <a:srgbClr val="4F91A1"/>
      </a:accent3>
      <a:accent4>
        <a:srgbClr val="F0BA34"/>
      </a:accent4>
      <a:accent5>
        <a:srgbClr val="AEB733"/>
      </a:accent5>
      <a:accent6>
        <a:srgbClr val="926397"/>
      </a:accent6>
      <a:hlink>
        <a:srgbClr val="4F91A1"/>
      </a:hlink>
      <a:folHlink>
        <a:srgbClr val="808080"/>
      </a:folHlink>
    </a:clrScheme>
    <a:fontScheme name="Arial">
      <a:maj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57000"/>
                <a:satMod val="101000"/>
              </a:schemeClr>
            </a:gs>
            <a:gs pos="50000">
              <a:schemeClr val="phClr">
                <a:lumMod val="137000"/>
                <a:satMod val="103000"/>
              </a:schemeClr>
            </a:gs>
            <a:gs pos="100000">
              <a:schemeClr val="phClr">
                <a:lumMod val="115000"/>
                <a:satMod val="109000"/>
              </a:schemeClr>
            </a:gs>
          </a:gsLst>
          <a:lin ang="5400000" scaled="0"/>
        </a:gradFill>
        <a:gradFill rotWithShape="1">
          <a:gsLst>
            <a:gs pos="0">
              <a:schemeClr val="phClr">
                <a:satMod val="103000"/>
                <a:lumMod val="118000"/>
              </a:schemeClr>
            </a:gs>
            <a:gs pos="50000">
              <a:schemeClr val="phClr">
                <a:satMod val="89000"/>
                <a:lumMod val="91000"/>
              </a:schemeClr>
            </a:gs>
            <a:gs pos="100000">
              <a:schemeClr val="phClr">
                <a:lumMod val="6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100000"/>
                <a:satMod val="100000"/>
                <a:shade val="0"/>
              </a:schemeClr>
            </a:gs>
            <a:gs pos="0">
              <a:scrgbClr r="0" g="0" b="0"/>
            </a:gs>
            <a:gs pos="100000">
              <a:schemeClr val="phClr">
                <a:shade val="100000"/>
                <a:satMod val="100000"/>
              </a:schemeClr>
            </a:gs>
          </a:gsLst>
          <a:lin ang="5400000" scaled="0"/>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DiamondGrid">
      <a:dk1>
        <a:srgbClr val="2D2E2D"/>
      </a:dk1>
      <a:lt1>
        <a:sysClr val="window" lastClr="FFFFFF"/>
      </a:lt1>
      <a:dk2>
        <a:srgbClr val="000000"/>
      </a:dk2>
      <a:lt2>
        <a:srgbClr val="EAEAEA"/>
      </a:lt2>
      <a:accent1>
        <a:srgbClr val="D15A3E"/>
      </a:accent1>
      <a:accent2>
        <a:srgbClr val="B2B2B2"/>
      </a:accent2>
      <a:accent3>
        <a:srgbClr val="4F91A1"/>
      </a:accent3>
      <a:accent4>
        <a:srgbClr val="F0BA34"/>
      </a:accent4>
      <a:accent5>
        <a:srgbClr val="AEB733"/>
      </a:accent5>
      <a:accent6>
        <a:srgbClr val="926397"/>
      </a:accent6>
      <a:hlink>
        <a:srgbClr val="4F91A1"/>
      </a:hlink>
      <a:folHlink>
        <a:srgbClr val="808080"/>
      </a:folHlink>
    </a:clrScheme>
    <a:fontScheme name="Arial">
      <a:maj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Arial"/>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57000"/>
                <a:satMod val="101000"/>
              </a:schemeClr>
            </a:gs>
            <a:gs pos="50000">
              <a:schemeClr val="phClr">
                <a:lumMod val="137000"/>
                <a:satMod val="103000"/>
              </a:schemeClr>
            </a:gs>
            <a:gs pos="100000">
              <a:schemeClr val="phClr">
                <a:lumMod val="115000"/>
                <a:satMod val="109000"/>
              </a:schemeClr>
            </a:gs>
          </a:gsLst>
          <a:lin ang="5400000" scaled="0"/>
        </a:gradFill>
        <a:gradFill rotWithShape="1">
          <a:gsLst>
            <a:gs pos="0">
              <a:schemeClr val="phClr">
                <a:satMod val="103000"/>
                <a:lumMod val="118000"/>
              </a:schemeClr>
            </a:gs>
            <a:gs pos="50000">
              <a:schemeClr val="phClr">
                <a:satMod val="89000"/>
                <a:lumMod val="91000"/>
              </a:schemeClr>
            </a:gs>
            <a:gs pos="100000">
              <a:schemeClr val="phClr">
                <a:lumMod val="6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100000"/>
                <a:satMod val="100000"/>
                <a:shade val="0"/>
              </a:schemeClr>
            </a:gs>
            <a:gs pos="0">
              <a:scrgbClr r="0" g="0" b="0"/>
            </a:gs>
            <a:gs pos="100000">
              <a:schemeClr val="phClr">
                <a:shade val="100000"/>
                <a:satMod val="100000"/>
              </a:schemeClr>
            </a:gs>
          </a:gsLst>
          <a:lin ang="5400000" scaled="0"/>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Business diamond grid presentation (widescreen)</Template>
  <TotalTime>671</TotalTime>
  <Words>933</Words>
  <Application>Microsoft Office PowerPoint</Application>
  <PresentationFormat>Widescreen</PresentationFormat>
  <Paragraphs>87</Paragraphs>
  <Slides>13</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13</vt:i4>
      </vt:variant>
    </vt:vector>
  </HeadingPairs>
  <TitlesOfParts>
    <vt:vector size="15" baseType="lpstr">
      <vt:lpstr>Arial</vt:lpstr>
      <vt:lpstr>Diamond Grid 16x9</vt:lpstr>
      <vt:lpstr>Assignment 1</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Hosein Mahrooghi</dc:creator>
  <cp:lastModifiedBy>Hosein Mahrooghi</cp:lastModifiedBy>
  <cp:revision>4</cp:revision>
  <dcterms:created xsi:type="dcterms:W3CDTF">2026-01-15T13:19:34Z</dcterms:created>
  <dcterms:modified xsi:type="dcterms:W3CDTF">2026-01-16T00:31:28Z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0x010100AA3F7D94069FF64A86F7DFF56D60E3BE</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