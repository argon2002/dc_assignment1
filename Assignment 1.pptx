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5"/>
  </p:notesMasterIdLst>
  <p:handoutMasterIdLst>
    <p:handoutMasterId r:id="rId26"/>
  </p:handoutMasterIdLst>
  <p:sldIdLst>
    <p:sldId id="261" r:id="rId2"/>
    <p:sldId id="257" r:id="rId3"/>
    <p:sldId id="266" r:id="rId4"/>
    <p:sldId id="267" r:id="rId5"/>
    <p:sldId id="268" r:id="rId6"/>
    <p:sldId id="269" r:id="rId7"/>
    <p:sldId id="270" r:id="rId8"/>
    <p:sldId id="271" r:id="rId9"/>
    <p:sldId id="272" r:id="rId10"/>
    <p:sldId id="273" r:id="rId11"/>
    <p:sldId id="274" r:id="rId12"/>
    <p:sldId id="275" r:id="rId13"/>
    <p:sldId id="276" r:id="rId14"/>
    <p:sldId id="283" r:id="rId15"/>
    <p:sldId id="284" r:id="rId16"/>
    <p:sldId id="277" r:id="rId17"/>
    <p:sldId id="278" r:id="rId18"/>
    <p:sldId id="279" r:id="rId19"/>
    <p:sldId id="282" r:id="rId20"/>
    <p:sldId id="281" r:id="rId21"/>
    <p:sldId id="264" r:id="rId22"/>
    <p:sldId id="265" r:id="rId23"/>
    <p:sldId id="280"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3840" userDrawn="1">
          <p15:clr>
            <a:srgbClr val="A4A3A4"/>
          </p15:clr>
        </p15:guide>
        <p15:guide id="2" orient="horz" pos="216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BC89EF96-8CEA-46FF-86C4-4CE0E7609802}">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35" autoAdjust="0"/>
    <p:restoredTop sz="94706" autoAdjust="0"/>
  </p:normalViewPr>
  <p:slideViewPr>
    <p:cSldViewPr snapToGrid="0">
      <p:cViewPr varScale="1">
        <p:scale>
          <a:sx n="78" d="100"/>
          <a:sy n="78" d="100"/>
        </p:scale>
        <p:origin x="835" y="67"/>
      </p:cViewPr>
      <p:guideLst>
        <p:guide pos="3840"/>
        <p:guide orient="horz" pos="2160"/>
      </p:guideLst>
    </p:cSldViewPr>
  </p:slideViewPr>
  <p:outlineViewPr>
    <p:cViewPr>
      <p:scale>
        <a:sx n="33" d="100"/>
        <a:sy n="33" d="100"/>
      </p:scale>
      <p:origin x="0" y="0"/>
    </p:cViewPr>
  </p:outlineViewPr>
  <p:notesTextViewPr>
    <p:cViewPr>
      <p:scale>
        <a:sx n="1" d="1"/>
        <a:sy n="1" d="1"/>
      </p:scale>
      <p:origin x="0" y="0"/>
    </p:cViewPr>
  </p:notesTextViewPr>
  <p:notesViewPr>
    <p:cSldViewPr snapToGrid="0">
      <p:cViewPr varScale="1">
        <p:scale>
          <a:sx n="82" d="100"/>
          <a:sy n="82" d="100"/>
        </p:scale>
        <p:origin x="3852" y="7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9041DB8-B66F-4DC8-A96E-33677E0F90FF}" type="datetimeFigureOut">
              <a:rPr lang="en-US" smtClean="0"/>
              <a:t>1/31/2026</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604A0D4-B89B-4ADD-AF9E-38636B40EE4E}" type="slidenum">
              <a:rPr lang="en-US" smtClean="0"/>
              <a:t>‹#›</a:t>
            </a:fld>
            <a:endParaRPr lang="en-US"/>
          </a:p>
        </p:txBody>
      </p:sp>
    </p:spTree>
    <p:extLst>
      <p:ext uri="{BB962C8B-B14F-4D97-AF65-F5344CB8AC3E}">
        <p14:creationId xmlns:p14="http://schemas.microsoft.com/office/powerpoint/2010/main" val="424738915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EB49C4A-65AC-492D-9701-81B46C3AD0E4}" type="datetimeFigureOut">
              <a:rPr lang="en-US" smtClean="0"/>
              <a:t>1/31/2026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086100"/>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2869989-EB00-4EE7-BCB5-25BDC5BB29F8}" type="slidenum">
              <a:rPr lang="en-US" smtClean="0"/>
              <a:t>‹#›</a:t>
            </a:fld>
            <a:endParaRPr lang="en-US"/>
          </a:p>
        </p:txBody>
      </p:sp>
    </p:spTree>
    <p:extLst>
      <p:ext uri="{BB962C8B-B14F-4D97-AF65-F5344CB8AC3E}">
        <p14:creationId xmlns:p14="http://schemas.microsoft.com/office/powerpoint/2010/main" val="21936361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82869989-EB00-4EE7-BCB5-25BDC5BB29F8}" type="slidenum">
              <a:rPr lang="en-US" smtClean="0"/>
              <a:t>2</a:t>
            </a:fld>
            <a:endParaRPr lang="en-US"/>
          </a:p>
        </p:txBody>
      </p:sp>
    </p:spTree>
    <p:extLst>
      <p:ext uri="{BB962C8B-B14F-4D97-AF65-F5344CB8AC3E}">
        <p14:creationId xmlns:p14="http://schemas.microsoft.com/office/powerpoint/2010/main" val="19803039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5" name="Group 4"/>
          <p:cNvGrpSpPr/>
          <p:nvPr userDrawn="1"/>
        </p:nvGrpSpPr>
        <p:grpSpPr bwMode="hidden">
          <a:xfrm>
            <a:off x="-1" y="0"/>
            <a:ext cx="12192002" cy="6858000"/>
            <a:chOff x="-1" y="0"/>
            <a:chExt cx="12192002" cy="6858000"/>
          </a:xfrm>
        </p:grpSpPr>
        <p:cxnSp>
          <p:nvCxnSpPr>
            <p:cNvPr id="6" name="Straight Connector 5"/>
            <p:cNvCxnSpPr/>
            <p:nvPr/>
          </p:nvCxnSpPr>
          <p:spPr bwMode="hidden">
            <a:xfrm>
              <a:off x="610194"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p:nvCxnSpPr>
          <p:spPr bwMode="hidden">
            <a:xfrm>
              <a:off x="1829332"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bwMode="hidden">
            <a:xfrm>
              <a:off x="3048470"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bwMode="hidden">
            <a:xfrm>
              <a:off x="4267608"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bwMode="hidden">
            <a:xfrm>
              <a:off x="5486746"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bwMode="hidden">
            <a:xfrm>
              <a:off x="6705884"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bwMode="hidden">
            <a:xfrm>
              <a:off x="7925022"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bwMode="hidden">
            <a:xfrm>
              <a:off x="9144160"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bwMode="hidden">
            <a:xfrm>
              <a:off x="10363298"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bwMode="hidden">
            <a:xfrm>
              <a:off x="11582436"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bwMode="hidden">
            <a:xfrm>
              <a:off x="2819" y="386485"/>
              <a:ext cx="12188952" cy="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bwMode="hidden">
            <a:xfrm>
              <a:off x="2819" y="1611181"/>
              <a:ext cx="12188952" cy="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bwMode="hidden">
            <a:xfrm>
              <a:off x="2819" y="2835877"/>
              <a:ext cx="12188952" cy="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bwMode="hidden">
            <a:xfrm>
              <a:off x="2819" y="4060573"/>
              <a:ext cx="12188952" cy="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bwMode="hidden">
            <a:xfrm>
              <a:off x="2819" y="5285269"/>
              <a:ext cx="12188952" cy="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bwMode="hidden">
            <a:xfrm>
              <a:off x="2819" y="6509965"/>
              <a:ext cx="12188952" cy="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grpSp>
          <p:nvGrpSpPr>
            <p:cNvPr id="23" name="Group 22"/>
            <p:cNvGrpSpPr/>
            <p:nvPr userDrawn="1"/>
          </p:nvGrpSpPr>
          <p:grpSpPr bwMode="hidden">
            <a:xfrm>
              <a:off x="-1" y="0"/>
              <a:ext cx="12192001" cy="6858000"/>
              <a:chOff x="-1" y="0"/>
              <a:chExt cx="12192001" cy="6858000"/>
            </a:xfrm>
          </p:grpSpPr>
          <p:cxnSp>
            <p:nvCxnSpPr>
              <p:cNvPr id="41" name="Straight Connector 40"/>
              <p:cNvCxnSpPr/>
              <p:nvPr/>
            </p:nvCxnSpPr>
            <p:spPr bwMode="hidden">
              <a:xfrm>
                <a:off x="225425"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p:nvCxnSpPr>
            <p:spPr bwMode="hidden">
              <a:xfrm>
                <a:off x="1449154"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p:nvPr/>
            </p:nvCxnSpPr>
            <p:spPr bwMode="hidden">
              <a:xfrm>
                <a:off x="2665982"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44" name="Straight Connector 43"/>
              <p:cNvCxnSpPr/>
              <p:nvPr/>
            </p:nvCxnSpPr>
            <p:spPr bwMode="hidden">
              <a:xfrm>
                <a:off x="3885119"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p:nvCxnSpPr>
            <p:spPr bwMode="hidden">
              <a:xfrm>
                <a:off x="5106502"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grpSp>
            <p:nvGrpSpPr>
              <p:cNvPr id="46" name="Group 45"/>
              <p:cNvGrpSpPr/>
              <p:nvPr/>
            </p:nvGrpSpPr>
            <p:grpSpPr bwMode="hidden">
              <a:xfrm>
                <a:off x="6327885" y="0"/>
                <a:ext cx="5864115" cy="5898673"/>
                <a:chOff x="6327885" y="0"/>
                <a:chExt cx="5864115" cy="5898673"/>
              </a:xfrm>
            </p:grpSpPr>
            <p:cxnSp>
              <p:nvCxnSpPr>
                <p:cNvPr id="52" name="Straight Connector 51"/>
                <p:cNvCxnSpPr/>
                <p:nvPr/>
              </p:nvCxnSpPr>
              <p:spPr bwMode="hidden">
                <a:xfrm>
                  <a:off x="6327885" y="0"/>
                  <a:ext cx="5864115" cy="5898673"/>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53" name="Straight Connector 52"/>
                <p:cNvCxnSpPr/>
                <p:nvPr/>
              </p:nvCxnSpPr>
              <p:spPr bwMode="hidden">
                <a:xfrm>
                  <a:off x="7549268" y="0"/>
                  <a:ext cx="4642732" cy="4672425"/>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54" name="Straight Connector 53"/>
                <p:cNvCxnSpPr/>
                <p:nvPr/>
              </p:nvCxnSpPr>
              <p:spPr bwMode="hidden">
                <a:xfrm>
                  <a:off x="8772997" y="0"/>
                  <a:ext cx="3419003" cy="3456749"/>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55" name="Straight Connector 54"/>
                <p:cNvCxnSpPr/>
                <p:nvPr/>
              </p:nvCxnSpPr>
              <p:spPr bwMode="hidden">
                <a:xfrm>
                  <a:off x="9982200" y="0"/>
                  <a:ext cx="2209800" cy="2226469"/>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56" name="Straight Connector 55"/>
                <p:cNvCxnSpPr/>
                <p:nvPr/>
              </p:nvCxnSpPr>
              <p:spPr bwMode="hidden">
                <a:xfrm>
                  <a:off x="11199019" y="0"/>
                  <a:ext cx="992981" cy="1002506"/>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grpSp>
          <p:cxnSp>
            <p:nvCxnSpPr>
              <p:cNvPr id="47" name="Straight Connector 46"/>
              <p:cNvCxnSpPr/>
              <p:nvPr/>
            </p:nvCxnSpPr>
            <p:spPr bwMode="hidden">
              <a:xfrm flipH="1" flipV="1">
                <a:off x="-1" y="1012053"/>
                <a:ext cx="5828811" cy="5845945"/>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48" name="Straight Connector 47"/>
              <p:cNvCxnSpPr/>
              <p:nvPr/>
            </p:nvCxnSpPr>
            <p:spPr bwMode="hidden">
              <a:xfrm flipH="1" flipV="1">
                <a:off x="-1" y="2227340"/>
                <a:ext cx="4614781" cy="4630658"/>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49" name="Straight Connector 48"/>
              <p:cNvCxnSpPr/>
              <p:nvPr/>
            </p:nvCxnSpPr>
            <p:spPr bwMode="hidden">
              <a:xfrm flipH="1" flipV="1">
                <a:off x="-1" y="3432149"/>
                <a:ext cx="3398419" cy="3425849"/>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50" name="Straight Connector 49"/>
              <p:cNvCxnSpPr/>
              <p:nvPr/>
            </p:nvCxnSpPr>
            <p:spPr bwMode="hidden">
              <a:xfrm flipH="1" flipV="1">
                <a:off x="-1" y="4651431"/>
                <a:ext cx="2196496" cy="2206567"/>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51" name="Straight Connector 50"/>
              <p:cNvCxnSpPr/>
              <p:nvPr/>
            </p:nvCxnSpPr>
            <p:spPr bwMode="hidden">
              <a:xfrm flipH="1" flipV="1">
                <a:off x="-1" y="5864453"/>
                <a:ext cx="987003" cy="993545"/>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grpSp>
        <p:grpSp>
          <p:nvGrpSpPr>
            <p:cNvPr id="24" name="Group 23"/>
            <p:cNvGrpSpPr/>
            <p:nvPr userDrawn="1"/>
          </p:nvGrpSpPr>
          <p:grpSpPr bwMode="hidden">
            <a:xfrm flipH="1">
              <a:off x="0" y="0"/>
              <a:ext cx="12192001" cy="6858000"/>
              <a:chOff x="-1" y="0"/>
              <a:chExt cx="12192001" cy="6858000"/>
            </a:xfrm>
          </p:grpSpPr>
          <p:cxnSp>
            <p:nvCxnSpPr>
              <p:cNvPr id="25" name="Straight Connector 24"/>
              <p:cNvCxnSpPr/>
              <p:nvPr/>
            </p:nvCxnSpPr>
            <p:spPr bwMode="hidden">
              <a:xfrm>
                <a:off x="225425"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bwMode="hidden">
              <a:xfrm>
                <a:off x="1449154"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bwMode="hidden">
              <a:xfrm>
                <a:off x="2665982"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bwMode="hidden">
              <a:xfrm>
                <a:off x="3885119"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bwMode="hidden">
              <a:xfrm>
                <a:off x="5150644"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grpSp>
            <p:nvGrpSpPr>
              <p:cNvPr id="30" name="Group 29"/>
              <p:cNvGrpSpPr/>
              <p:nvPr/>
            </p:nvGrpSpPr>
            <p:grpSpPr bwMode="hidden">
              <a:xfrm>
                <a:off x="6327885" y="0"/>
                <a:ext cx="5864115" cy="5898673"/>
                <a:chOff x="6327885" y="0"/>
                <a:chExt cx="5864115" cy="5898673"/>
              </a:xfrm>
            </p:grpSpPr>
            <p:cxnSp>
              <p:nvCxnSpPr>
                <p:cNvPr id="36" name="Straight Connector 35"/>
                <p:cNvCxnSpPr/>
                <p:nvPr/>
              </p:nvCxnSpPr>
              <p:spPr bwMode="hidden">
                <a:xfrm>
                  <a:off x="6327885" y="0"/>
                  <a:ext cx="5864115" cy="5898673"/>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37" name="Straight Connector 36"/>
                <p:cNvCxnSpPr/>
                <p:nvPr/>
              </p:nvCxnSpPr>
              <p:spPr bwMode="hidden">
                <a:xfrm>
                  <a:off x="7549268" y="0"/>
                  <a:ext cx="4642732" cy="4672425"/>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38" name="Straight Connector 37"/>
                <p:cNvCxnSpPr/>
                <p:nvPr/>
              </p:nvCxnSpPr>
              <p:spPr bwMode="hidden">
                <a:xfrm>
                  <a:off x="8772997" y="0"/>
                  <a:ext cx="3419003" cy="3456749"/>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39" name="Straight Connector 38"/>
                <p:cNvCxnSpPr/>
                <p:nvPr/>
              </p:nvCxnSpPr>
              <p:spPr bwMode="hidden">
                <a:xfrm>
                  <a:off x="9982200" y="0"/>
                  <a:ext cx="2209800" cy="2226469"/>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bwMode="hidden">
                <a:xfrm>
                  <a:off x="11199019" y="0"/>
                  <a:ext cx="992981" cy="1002506"/>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grpSp>
          <p:cxnSp>
            <p:nvCxnSpPr>
              <p:cNvPr id="31" name="Straight Connector 30"/>
              <p:cNvCxnSpPr/>
              <p:nvPr/>
            </p:nvCxnSpPr>
            <p:spPr bwMode="hidden">
              <a:xfrm flipH="1" flipV="1">
                <a:off x="-1" y="1012053"/>
                <a:ext cx="5828811" cy="5845945"/>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bwMode="hidden">
              <a:xfrm flipH="1" flipV="1">
                <a:off x="-1" y="2227340"/>
                <a:ext cx="4614781" cy="4630658"/>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bwMode="hidden">
              <a:xfrm flipH="1" flipV="1">
                <a:off x="-1" y="3432149"/>
                <a:ext cx="3398419" cy="3425849"/>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bwMode="hidden">
              <a:xfrm flipH="1" flipV="1">
                <a:off x="-1" y="4651431"/>
                <a:ext cx="2196496" cy="2206567"/>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p:nvCxnSpPr>
            <p:spPr bwMode="hidden">
              <a:xfrm flipH="1" flipV="1">
                <a:off x="-1" y="5864453"/>
                <a:ext cx="987003" cy="993545"/>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grpSp>
      </p:grpSp>
      <p:sp>
        <p:nvSpPr>
          <p:cNvPr id="2" name="Title 1"/>
          <p:cNvSpPr>
            <a:spLocks noGrp="1"/>
          </p:cNvSpPr>
          <p:nvPr>
            <p:ph type="ctrTitle"/>
          </p:nvPr>
        </p:nvSpPr>
        <p:spPr>
          <a:xfrm>
            <a:off x="1293845" y="1909346"/>
            <a:ext cx="9604310" cy="3383280"/>
          </a:xfrm>
        </p:spPr>
        <p:txBody>
          <a:bodyPr anchor="b">
            <a:normAutofit/>
          </a:bodyPr>
          <a:lstStyle>
            <a:lvl1pPr algn="l">
              <a:lnSpc>
                <a:spcPct val="76000"/>
              </a:lnSpc>
              <a:defRPr sz="8000" cap="none" baseline="0">
                <a:solidFill>
                  <a:schemeClr val="tx1"/>
                </a:solidFill>
              </a:defRPr>
            </a:lvl1pPr>
          </a:lstStyle>
          <a:p>
            <a:r>
              <a:rPr lang="en-US"/>
              <a:t>Click to edit Master title style</a:t>
            </a:r>
            <a:endParaRPr lang="en-US" dirty="0"/>
          </a:p>
        </p:txBody>
      </p:sp>
      <p:sp>
        <p:nvSpPr>
          <p:cNvPr id="3" name="Subtitle 2"/>
          <p:cNvSpPr>
            <a:spLocks noGrp="1"/>
          </p:cNvSpPr>
          <p:nvPr>
            <p:ph type="subTitle" idx="1"/>
          </p:nvPr>
        </p:nvSpPr>
        <p:spPr>
          <a:xfrm>
            <a:off x="1293845" y="5432564"/>
            <a:ext cx="9604310" cy="457200"/>
          </a:xfrm>
        </p:spPr>
        <p:txBody>
          <a:bodyPr>
            <a:normAutofit/>
          </a:bodyPr>
          <a:lstStyle>
            <a:lvl1pPr marL="0" indent="0" algn="l">
              <a:spcBef>
                <a:spcPts val="0"/>
              </a:spcBef>
              <a:buNone/>
              <a:defRPr sz="2000" b="0">
                <a:solidFill>
                  <a:schemeClr val="accent1">
                    <a:lumMod val="7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cxnSp>
        <p:nvCxnSpPr>
          <p:cNvPr id="58" name="Straight Connector 57"/>
          <p:cNvCxnSpPr/>
          <p:nvPr userDrawn="1"/>
        </p:nvCxnSpPr>
        <p:spPr>
          <a:xfrm>
            <a:off x="1295400" y="5294175"/>
            <a:ext cx="9601200" cy="0"/>
          </a:xfrm>
          <a:prstGeom prst="line">
            <a:avLst/>
          </a:prstGeom>
          <a:ln w="127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988627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11"/>
          </p:nvPr>
        </p:nvSpPr>
        <p:spPr/>
        <p:txBody>
          <a:bodyPr/>
          <a:lstStyle/>
          <a:p>
            <a:r>
              <a:rPr lang="en-US" dirty="0"/>
              <a:t>Add a footer</a:t>
            </a:r>
          </a:p>
        </p:txBody>
      </p:sp>
      <p:sp>
        <p:nvSpPr>
          <p:cNvPr id="4" name="Date Placeholder 3"/>
          <p:cNvSpPr>
            <a:spLocks noGrp="1"/>
          </p:cNvSpPr>
          <p:nvPr>
            <p:ph type="dt" sz="half" idx="10"/>
          </p:nvPr>
        </p:nvSpPr>
        <p:spPr/>
        <p:txBody>
          <a:bodyPr/>
          <a:lstStyle/>
          <a:p>
            <a:fld id="{AE374B5B-21A0-4192-BF4C-38187F1A68D8}" type="datetime1">
              <a:rPr lang="en-US" smtClean="0"/>
              <a:t>1/31/2026</a:t>
            </a:fld>
            <a:endParaRPr lang="en-US"/>
          </a:p>
        </p:txBody>
      </p:sp>
      <p:sp>
        <p:nvSpPr>
          <p:cNvPr id="6" name="Slide Number Placeholder 5"/>
          <p:cNvSpPr>
            <a:spLocks noGrp="1"/>
          </p:cNvSpPr>
          <p:nvPr>
            <p:ph type="sldNum" sz="quarter" idx="12"/>
          </p:nvPr>
        </p:nvSpPr>
        <p:spPr/>
        <p:txBody>
          <a:bodyPr/>
          <a:lstStyle/>
          <a:p>
            <a:fld id="{E31375A4-56A4-47D6-9801-1991572033F7}" type="slidenum">
              <a:rPr lang="en-US" smtClean="0"/>
              <a:t>‹#›</a:t>
            </a:fld>
            <a:endParaRPr lang="en-US"/>
          </a:p>
        </p:txBody>
      </p:sp>
    </p:spTree>
    <p:extLst>
      <p:ext uri="{BB962C8B-B14F-4D97-AF65-F5344CB8AC3E}">
        <p14:creationId xmlns:p14="http://schemas.microsoft.com/office/powerpoint/2010/main" val="31124441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gradFill flip="none" rotWithShape="1">
          <a:gsLst>
            <a:gs pos="0">
              <a:schemeClr val="accent1"/>
            </a:gs>
            <a:gs pos="97000">
              <a:schemeClr val="accent1">
                <a:lumMod val="80000"/>
              </a:schemeClr>
            </a:gs>
          </a:gsLst>
          <a:path path="circle">
            <a:fillToRect l="50000" t="50000" r="50000" b="50000"/>
          </a:path>
          <a:tileRect/>
        </a:gradFill>
        <a:effectLst/>
      </p:bgPr>
    </p:bg>
    <p:spTree>
      <p:nvGrpSpPr>
        <p:cNvPr id="1" name=""/>
        <p:cNvGrpSpPr/>
        <p:nvPr/>
      </p:nvGrpSpPr>
      <p:grpSpPr>
        <a:xfrm>
          <a:off x="0" y="0"/>
          <a:ext cx="0" cy="0"/>
          <a:chOff x="0" y="0"/>
          <a:chExt cx="0" cy="0"/>
        </a:xfrm>
      </p:grpSpPr>
      <p:grpSp>
        <p:nvGrpSpPr>
          <p:cNvPr id="7" name="Group 6"/>
          <p:cNvGrpSpPr/>
          <p:nvPr userDrawn="1"/>
        </p:nvGrpSpPr>
        <p:grpSpPr bwMode="hidden">
          <a:xfrm>
            <a:off x="-1" y="0"/>
            <a:ext cx="12192002" cy="6858000"/>
            <a:chOff x="-1" y="0"/>
            <a:chExt cx="12192002" cy="6858000"/>
          </a:xfrm>
        </p:grpSpPr>
        <p:cxnSp>
          <p:nvCxnSpPr>
            <p:cNvPr id="8" name="Straight Connector 7"/>
            <p:cNvCxnSpPr/>
            <p:nvPr/>
          </p:nvCxnSpPr>
          <p:spPr bwMode="hidden">
            <a:xfrm>
              <a:off x="610194"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bwMode="hidden">
            <a:xfrm>
              <a:off x="1829332"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bwMode="hidden">
            <a:xfrm>
              <a:off x="3048470"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bwMode="hidden">
            <a:xfrm>
              <a:off x="4267608"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bwMode="hidden">
            <a:xfrm>
              <a:off x="5486746"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bwMode="hidden">
            <a:xfrm>
              <a:off x="6705884"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bwMode="hidden">
            <a:xfrm>
              <a:off x="7925022"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bwMode="hidden">
            <a:xfrm>
              <a:off x="9144160"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bwMode="hidden">
            <a:xfrm>
              <a:off x="10363298"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bwMode="hidden">
            <a:xfrm>
              <a:off x="11582436"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bwMode="hidden">
            <a:xfrm>
              <a:off x="2819" y="386485"/>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bwMode="hidden">
            <a:xfrm>
              <a:off x="2819" y="1611181"/>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bwMode="hidden">
            <a:xfrm>
              <a:off x="2819" y="2835877"/>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bwMode="hidden">
            <a:xfrm>
              <a:off x="2819" y="4060573"/>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bwMode="hidden">
            <a:xfrm>
              <a:off x="2819" y="5285269"/>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bwMode="hidden">
            <a:xfrm>
              <a:off x="2819" y="6509965"/>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24" name="Group 23"/>
            <p:cNvGrpSpPr/>
            <p:nvPr userDrawn="1"/>
          </p:nvGrpSpPr>
          <p:grpSpPr bwMode="hidden">
            <a:xfrm>
              <a:off x="-1" y="0"/>
              <a:ext cx="12192001" cy="6858000"/>
              <a:chOff x="-1" y="0"/>
              <a:chExt cx="12192001" cy="6858000"/>
            </a:xfrm>
          </p:grpSpPr>
          <p:cxnSp>
            <p:nvCxnSpPr>
              <p:cNvPr id="42" name="Straight Connector 41"/>
              <p:cNvCxnSpPr/>
              <p:nvPr/>
            </p:nvCxnSpPr>
            <p:spPr bwMode="hidden">
              <a:xfrm>
                <a:off x="225425"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p:nvPr/>
            </p:nvCxnSpPr>
            <p:spPr bwMode="hidden">
              <a:xfrm>
                <a:off x="144915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4" name="Straight Connector 43"/>
              <p:cNvCxnSpPr/>
              <p:nvPr/>
            </p:nvCxnSpPr>
            <p:spPr bwMode="hidden">
              <a:xfrm>
                <a:off x="266598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p:nvCxnSpPr>
            <p:spPr bwMode="hidden">
              <a:xfrm>
                <a:off x="3885119"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p:nvPr/>
            </p:nvCxnSpPr>
            <p:spPr bwMode="hidden">
              <a:xfrm>
                <a:off x="510650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47" name="Group 46"/>
              <p:cNvGrpSpPr/>
              <p:nvPr/>
            </p:nvGrpSpPr>
            <p:grpSpPr bwMode="hidden">
              <a:xfrm>
                <a:off x="6327885" y="0"/>
                <a:ext cx="5864115" cy="5898673"/>
                <a:chOff x="6327885" y="0"/>
                <a:chExt cx="5864115" cy="5898673"/>
              </a:xfrm>
            </p:grpSpPr>
            <p:cxnSp>
              <p:nvCxnSpPr>
                <p:cNvPr id="53" name="Straight Connector 52"/>
                <p:cNvCxnSpPr/>
                <p:nvPr/>
              </p:nvCxnSpPr>
              <p:spPr bwMode="hidden">
                <a:xfrm>
                  <a:off x="6327885" y="0"/>
                  <a:ext cx="5864115" cy="5898673"/>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4" name="Straight Connector 53"/>
                <p:cNvCxnSpPr/>
                <p:nvPr/>
              </p:nvCxnSpPr>
              <p:spPr bwMode="hidden">
                <a:xfrm>
                  <a:off x="7549268" y="0"/>
                  <a:ext cx="4642732" cy="467242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5" name="Straight Connector 54"/>
                <p:cNvCxnSpPr/>
                <p:nvPr/>
              </p:nvCxnSpPr>
              <p:spPr bwMode="hidden">
                <a:xfrm>
                  <a:off x="8772997" y="0"/>
                  <a:ext cx="3419003" cy="34567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6" name="Straight Connector 55"/>
                <p:cNvCxnSpPr/>
                <p:nvPr/>
              </p:nvCxnSpPr>
              <p:spPr bwMode="hidden">
                <a:xfrm>
                  <a:off x="9982200" y="0"/>
                  <a:ext cx="2209800" cy="222646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7" name="Straight Connector 56"/>
                <p:cNvCxnSpPr/>
                <p:nvPr/>
              </p:nvCxnSpPr>
              <p:spPr bwMode="hidden">
                <a:xfrm>
                  <a:off x="11199019" y="0"/>
                  <a:ext cx="992981" cy="1002506"/>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cxnSp>
            <p:nvCxnSpPr>
              <p:cNvPr id="48" name="Straight Connector 47"/>
              <p:cNvCxnSpPr/>
              <p:nvPr/>
            </p:nvCxnSpPr>
            <p:spPr bwMode="hidden">
              <a:xfrm flipH="1" flipV="1">
                <a:off x="-1" y="1012053"/>
                <a:ext cx="5828811" cy="58459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9" name="Straight Connector 48"/>
              <p:cNvCxnSpPr/>
              <p:nvPr/>
            </p:nvCxnSpPr>
            <p:spPr bwMode="hidden">
              <a:xfrm flipH="1" flipV="1">
                <a:off x="-1" y="2227340"/>
                <a:ext cx="4614781" cy="4630658"/>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0" name="Straight Connector 49"/>
              <p:cNvCxnSpPr/>
              <p:nvPr/>
            </p:nvCxnSpPr>
            <p:spPr bwMode="hidden">
              <a:xfrm flipH="1" flipV="1">
                <a:off x="-1" y="3432149"/>
                <a:ext cx="3398419" cy="34258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1" name="Straight Connector 50"/>
              <p:cNvCxnSpPr/>
              <p:nvPr/>
            </p:nvCxnSpPr>
            <p:spPr bwMode="hidden">
              <a:xfrm flipH="1" flipV="1">
                <a:off x="-1" y="4651431"/>
                <a:ext cx="2196496" cy="2206567"/>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2" name="Straight Connector 51"/>
              <p:cNvCxnSpPr/>
              <p:nvPr/>
            </p:nvCxnSpPr>
            <p:spPr bwMode="hidden">
              <a:xfrm flipH="1" flipV="1">
                <a:off x="-1" y="5864453"/>
                <a:ext cx="987003" cy="9935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grpSp>
          <p:nvGrpSpPr>
            <p:cNvPr id="25" name="Group 24"/>
            <p:cNvGrpSpPr/>
            <p:nvPr userDrawn="1"/>
          </p:nvGrpSpPr>
          <p:grpSpPr bwMode="hidden">
            <a:xfrm flipH="1">
              <a:off x="0" y="0"/>
              <a:ext cx="12192001" cy="6858000"/>
              <a:chOff x="-1" y="0"/>
              <a:chExt cx="12192001" cy="6858000"/>
            </a:xfrm>
          </p:grpSpPr>
          <p:cxnSp>
            <p:nvCxnSpPr>
              <p:cNvPr id="26" name="Straight Connector 25"/>
              <p:cNvCxnSpPr/>
              <p:nvPr/>
            </p:nvCxnSpPr>
            <p:spPr bwMode="hidden">
              <a:xfrm>
                <a:off x="225425"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bwMode="hidden">
              <a:xfrm>
                <a:off x="144915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bwMode="hidden">
              <a:xfrm>
                <a:off x="266598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bwMode="hidden">
              <a:xfrm>
                <a:off x="3885119"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bwMode="hidden">
              <a:xfrm>
                <a:off x="515064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31" name="Group 30"/>
              <p:cNvGrpSpPr/>
              <p:nvPr/>
            </p:nvGrpSpPr>
            <p:grpSpPr bwMode="hidden">
              <a:xfrm>
                <a:off x="6327885" y="0"/>
                <a:ext cx="5864115" cy="5898673"/>
                <a:chOff x="6327885" y="0"/>
                <a:chExt cx="5864115" cy="5898673"/>
              </a:xfrm>
            </p:grpSpPr>
            <p:cxnSp>
              <p:nvCxnSpPr>
                <p:cNvPr id="37" name="Straight Connector 36"/>
                <p:cNvCxnSpPr/>
                <p:nvPr/>
              </p:nvCxnSpPr>
              <p:spPr bwMode="hidden">
                <a:xfrm>
                  <a:off x="6327885" y="0"/>
                  <a:ext cx="5864115" cy="5898673"/>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8" name="Straight Connector 37"/>
                <p:cNvCxnSpPr/>
                <p:nvPr/>
              </p:nvCxnSpPr>
              <p:spPr bwMode="hidden">
                <a:xfrm>
                  <a:off x="7549268" y="0"/>
                  <a:ext cx="4642732" cy="467242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9" name="Straight Connector 38"/>
                <p:cNvCxnSpPr/>
                <p:nvPr/>
              </p:nvCxnSpPr>
              <p:spPr bwMode="hidden">
                <a:xfrm>
                  <a:off x="8772997" y="0"/>
                  <a:ext cx="3419003" cy="34567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bwMode="hidden">
                <a:xfrm>
                  <a:off x="9982200" y="0"/>
                  <a:ext cx="2209800" cy="222646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1" name="Straight Connector 40"/>
                <p:cNvCxnSpPr/>
                <p:nvPr/>
              </p:nvCxnSpPr>
              <p:spPr bwMode="hidden">
                <a:xfrm>
                  <a:off x="11199019" y="0"/>
                  <a:ext cx="992981" cy="1002506"/>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cxnSp>
            <p:nvCxnSpPr>
              <p:cNvPr id="32" name="Straight Connector 31"/>
              <p:cNvCxnSpPr/>
              <p:nvPr/>
            </p:nvCxnSpPr>
            <p:spPr bwMode="hidden">
              <a:xfrm flipH="1" flipV="1">
                <a:off x="-1" y="1012053"/>
                <a:ext cx="5828811" cy="58459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bwMode="hidden">
              <a:xfrm flipH="1" flipV="1">
                <a:off x="-1" y="2227340"/>
                <a:ext cx="4614781" cy="4630658"/>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bwMode="hidden">
              <a:xfrm flipH="1" flipV="1">
                <a:off x="-1" y="3432149"/>
                <a:ext cx="3398419" cy="34258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p:nvCxnSpPr>
            <p:spPr bwMode="hidden">
              <a:xfrm flipH="1" flipV="1">
                <a:off x="-1" y="4651431"/>
                <a:ext cx="2196496" cy="2206567"/>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6" name="Straight Connector 35"/>
              <p:cNvCxnSpPr/>
              <p:nvPr/>
            </p:nvCxnSpPr>
            <p:spPr bwMode="hidden">
              <a:xfrm flipH="1" flipV="1">
                <a:off x="-1" y="5864453"/>
                <a:ext cx="987003" cy="9935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grpSp>
      <p:sp>
        <p:nvSpPr>
          <p:cNvPr id="2" name="Title 1"/>
          <p:cNvSpPr>
            <a:spLocks noGrp="1"/>
          </p:cNvSpPr>
          <p:nvPr>
            <p:ph type="title"/>
          </p:nvPr>
        </p:nvSpPr>
        <p:spPr>
          <a:xfrm>
            <a:off x="1295400" y="2541573"/>
            <a:ext cx="9601200" cy="2743200"/>
          </a:xfrm>
        </p:spPr>
        <p:txBody>
          <a:bodyPr anchor="b">
            <a:normAutofit/>
          </a:bodyPr>
          <a:lstStyle>
            <a:lvl1pPr>
              <a:lnSpc>
                <a:spcPct val="85000"/>
              </a:lnSpc>
              <a:defRPr sz="6000" cap="none" baseline="0">
                <a:solidFill>
                  <a:schemeClr val="tx1"/>
                </a:solidFill>
              </a:defRPr>
            </a:lvl1pPr>
          </a:lstStyle>
          <a:p>
            <a:r>
              <a:rPr lang="en-US"/>
              <a:t>Click to edit Master title style</a:t>
            </a:r>
            <a:endParaRPr lang="en-US" dirty="0"/>
          </a:p>
        </p:txBody>
      </p:sp>
      <p:sp>
        <p:nvSpPr>
          <p:cNvPr id="3" name="Text Placeholder 2"/>
          <p:cNvSpPr>
            <a:spLocks noGrp="1"/>
          </p:cNvSpPr>
          <p:nvPr>
            <p:ph type="body" idx="1"/>
          </p:nvPr>
        </p:nvSpPr>
        <p:spPr>
          <a:xfrm>
            <a:off x="1295400" y="5431536"/>
            <a:ext cx="9601200" cy="457200"/>
          </a:xfrm>
        </p:spPr>
        <p:txBody>
          <a:bodyPr>
            <a:normAutofit/>
          </a:bodyPr>
          <a:lstStyle>
            <a:lvl1pPr marL="0" indent="0">
              <a:spcBef>
                <a:spcPts val="0"/>
              </a:spcBef>
              <a:buNone/>
              <a:defRPr sz="2000" b="0">
                <a:solidFill>
                  <a:schemeClr val="tx1"/>
                </a:solidFill>
              </a:defRPr>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cxnSp>
        <p:nvCxnSpPr>
          <p:cNvPr id="58" name="Straight Connector 57"/>
          <p:cNvCxnSpPr/>
          <p:nvPr userDrawn="1"/>
        </p:nvCxnSpPr>
        <p:spPr>
          <a:xfrm>
            <a:off x="1295400" y="5294175"/>
            <a:ext cx="96012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0677804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295400" y="1981199"/>
            <a:ext cx="4572000" cy="3810001"/>
          </a:xfrm>
        </p:spPr>
        <p:txBody>
          <a:bodyPr>
            <a:normAutofit/>
          </a:bodyPr>
          <a:lstStyle>
            <a:lvl1pPr>
              <a:defRPr sz="2000"/>
            </a:lvl1pPr>
            <a:lvl2pPr>
              <a:defRPr sz="1800"/>
            </a:lvl2pPr>
            <a:lvl3pPr>
              <a:defRPr sz="1600"/>
            </a:lvl3pPr>
            <a:lvl4pPr>
              <a:defRPr sz="1400"/>
            </a:lvl4pPr>
            <a:lvl5pPr>
              <a:defRPr sz="14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24600" y="1981199"/>
            <a:ext cx="4572000" cy="3810001"/>
          </a:xfrm>
        </p:spPr>
        <p:txBody>
          <a:bodyPr>
            <a:normAutofit/>
          </a:bodyPr>
          <a:lstStyle>
            <a:lvl1pPr>
              <a:defRPr sz="2000"/>
            </a:lvl1pPr>
            <a:lvl2pPr>
              <a:defRPr sz="1800"/>
            </a:lvl2pPr>
            <a:lvl3pPr>
              <a:defRPr sz="1600"/>
            </a:lvl3pPr>
            <a:lvl4pPr>
              <a:defRPr sz="1400"/>
            </a:lvl4pPr>
            <a:lvl5pPr>
              <a:defRPr sz="14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11"/>
          </p:nvPr>
        </p:nvSpPr>
        <p:spPr/>
        <p:txBody>
          <a:bodyPr/>
          <a:lstStyle/>
          <a:p>
            <a:r>
              <a:rPr lang="en-US" dirty="0"/>
              <a:t>Add a footer</a:t>
            </a:r>
          </a:p>
        </p:txBody>
      </p:sp>
      <p:sp>
        <p:nvSpPr>
          <p:cNvPr id="5" name="Date Placeholder 4"/>
          <p:cNvSpPr>
            <a:spLocks noGrp="1"/>
          </p:cNvSpPr>
          <p:nvPr>
            <p:ph type="dt" sz="half" idx="10"/>
          </p:nvPr>
        </p:nvSpPr>
        <p:spPr/>
        <p:txBody>
          <a:bodyPr/>
          <a:lstStyle/>
          <a:p>
            <a:fld id="{33B5CF7C-B333-48E1-A4A6-83A3C8B73AC0}" type="datetime1">
              <a:rPr lang="en-US" smtClean="0"/>
              <a:t>1/31/2026</a:t>
            </a:fld>
            <a:endParaRPr lang="en-US"/>
          </a:p>
        </p:txBody>
      </p:sp>
      <p:sp>
        <p:nvSpPr>
          <p:cNvPr id="7" name="Slide Number Placeholder 6"/>
          <p:cNvSpPr>
            <a:spLocks noGrp="1"/>
          </p:cNvSpPr>
          <p:nvPr>
            <p:ph type="sldNum" sz="quarter" idx="12"/>
          </p:nvPr>
        </p:nvSpPr>
        <p:spPr/>
        <p:txBody>
          <a:bodyPr/>
          <a:lstStyle/>
          <a:p>
            <a:fld id="{E31375A4-56A4-47D6-9801-1991572033F7}" type="slidenum">
              <a:rPr lang="en-US" smtClean="0"/>
              <a:t>‹#›</a:t>
            </a:fld>
            <a:endParaRPr lang="en-US"/>
          </a:p>
        </p:txBody>
      </p:sp>
    </p:spTree>
    <p:extLst>
      <p:ext uri="{BB962C8B-B14F-4D97-AF65-F5344CB8AC3E}">
        <p14:creationId xmlns:p14="http://schemas.microsoft.com/office/powerpoint/2010/main" val="40445679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Text Placeholder 2"/>
          <p:cNvSpPr>
            <a:spLocks noGrp="1"/>
          </p:cNvSpPr>
          <p:nvPr>
            <p:ph type="body" idx="1"/>
          </p:nvPr>
        </p:nvSpPr>
        <p:spPr>
          <a:xfrm>
            <a:off x="1295400" y="1818322"/>
            <a:ext cx="4572000" cy="641350"/>
          </a:xfrm>
        </p:spPr>
        <p:txBody>
          <a:bodyPr anchor="ctr">
            <a:normAutofit/>
          </a:bodyPr>
          <a:lstStyle>
            <a:lvl1pPr marL="0" indent="0">
              <a:spcBef>
                <a:spcPts val="0"/>
              </a:spcBef>
              <a:buNone/>
              <a:defRPr sz="20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95400" y="2503713"/>
            <a:ext cx="4572000" cy="3287487"/>
          </a:xfrm>
        </p:spPr>
        <p:txBody>
          <a:bodyPr>
            <a:normAutofit/>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24600" y="1818322"/>
            <a:ext cx="4572000" cy="641350"/>
          </a:xfrm>
        </p:spPr>
        <p:txBody>
          <a:bodyPr anchor="ctr">
            <a:normAutofit/>
          </a:bodyPr>
          <a:lstStyle>
            <a:lvl1pPr marL="0" indent="0">
              <a:spcBef>
                <a:spcPts val="0"/>
              </a:spcBef>
              <a:buNone/>
              <a:defRPr sz="20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24600" y="2503713"/>
            <a:ext cx="4572000" cy="3287487"/>
          </a:xfrm>
        </p:spPr>
        <p:txBody>
          <a:bodyPr>
            <a:normAutofit/>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7"/>
          <p:cNvSpPr>
            <a:spLocks noGrp="1"/>
          </p:cNvSpPr>
          <p:nvPr>
            <p:ph type="ftr" sz="quarter" idx="11"/>
          </p:nvPr>
        </p:nvSpPr>
        <p:spPr/>
        <p:txBody>
          <a:bodyPr/>
          <a:lstStyle/>
          <a:p>
            <a:r>
              <a:rPr lang="en-US" dirty="0"/>
              <a:t>Add a footer</a:t>
            </a:r>
          </a:p>
        </p:txBody>
      </p:sp>
      <p:sp>
        <p:nvSpPr>
          <p:cNvPr id="7" name="Date Placeholder 6"/>
          <p:cNvSpPr>
            <a:spLocks noGrp="1"/>
          </p:cNvSpPr>
          <p:nvPr>
            <p:ph type="dt" sz="half" idx="10"/>
          </p:nvPr>
        </p:nvSpPr>
        <p:spPr/>
        <p:txBody>
          <a:bodyPr/>
          <a:lstStyle/>
          <a:p>
            <a:fld id="{AE320762-5CBF-4210-AB54-376B091119F8}" type="datetime1">
              <a:rPr lang="en-US" smtClean="0"/>
              <a:t>1/31/2026</a:t>
            </a:fld>
            <a:endParaRPr lang="en-US"/>
          </a:p>
        </p:txBody>
      </p:sp>
      <p:sp>
        <p:nvSpPr>
          <p:cNvPr id="9" name="Slide Number Placeholder 8"/>
          <p:cNvSpPr>
            <a:spLocks noGrp="1"/>
          </p:cNvSpPr>
          <p:nvPr>
            <p:ph type="sldNum" sz="quarter" idx="12"/>
          </p:nvPr>
        </p:nvSpPr>
        <p:spPr/>
        <p:txBody>
          <a:bodyPr/>
          <a:lstStyle/>
          <a:p>
            <a:fld id="{E31375A4-56A4-47D6-9801-1991572033F7}" type="slidenum">
              <a:rPr lang="en-US" smtClean="0"/>
              <a:t>‹#›</a:t>
            </a:fld>
            <a:endParaRPr lang="en-US"/>
          </a:p>
        </p:txBody>
      </p:sp>
    </p:spTree>
    <p:extLst>
      <p:ext uri="{BB962C8B-B14F-4D97-AF65-F5344CB8AC3E}">
        <p14:creationId xmlns:p14="http://schemas.microsoft.com/office/powerpoint/2010/main" val="33979065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Footer Placeholder 3"/>
          <p:cNvSpPr>
            <a:spLocks noGrp="1"/>
          </p:cNvSpPr>
          <p:nvPr>
            <p:ph type="ftr" sz="quarter" idx="11"/>
          </p:nvPr>
        </p:nvSpPr>
        <p:spPr/>
        <p:txBody>
          <a:bodyPr/>
          <a:lstStyle/>
          <a:p>
            <a:r>
              <a:rPr lang="en-US" dirty="0"/>
              <a:t>Add a footer</a:t>
            </a:r>
          </a:p>
        </p:txBody>
      </p:sp>
      <p:sp>
        <p:nvSpPr>
          <p:cNvPr id="3" name="Date Placeholder 2"/>
          <p:cNvSpPr>
            <a:spLocks noGrp="1"/>
          </p:cNvSpPr>
          <p:nvPr>
            <p:ph type="dt" sz="half" idx="10"/>
          </p:nvPr>
        </p:nvSpPr>
        <p:spPr/>
        <p:txBody>
          <a:bodyPr/>
          <a:lstStyle/>
          <a:p>
            <a:fld id="{7F0DB371-BF5F-4058-A212-1A908E4D2674}" type="datetime1">
              <a:rPr lang="en-US" smtClean="0"/>
              <a:t>1/31/2026</a:t>
            </a:fld>
            <a:endParaRPr lang="en-US"/>
          </a:p>
        </p:txBody>
      </p:sp>
      <p:sp>
        <p:nvSpPr>
          <p:cNvPr id="5" name="Slide Number Placeholder 4"/>
          <p:cNvSpPr>
            <a:spLocks noGrp="1"/>
          </p:cNvSpPr>
          <p:nvPr>
            <p:ph type="sldNum" sz="quarter" idx="12"/>
          </p:nvPr>
        </p:nvSpPr>
        <p:spPr/>
        <p:txBody>
          <a:bodyPr/>
          <a:lstStyle/>
          <a:p>
            <a:fld id="{E31375A4-56A4-47D6-9801-1991572033F7}" type="slidenum">
              <a:rPr lang="en-US" smtClean="0"/>
              <a:t>‹#›</a:t>
            </a:fld>
            <a:endParaRPr lang="en-US"/>
          </a:p>
        </p:txBody>
      </p:sp>
    </p:spTree>
    <p:extLst>
      <p:ext uri="{BB962C8B-B14F-4D97-AF65-F5344CB8AC3E}">
        <p14:creationId xmlns:p14="http://schemas.microsoft.com/office/powerpoint/2010/main" val="32389767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grpSp>
        <p:nvGrpSpPr>
          <p:cNvPr id="161" name="Group 160"/>
          <p:cNvGrpSpPr/>
          <p:nvPr userDrawn="1"/>
        </p:nvGrpSpPr>
        <p:grpSpPr bwMode="hidden">
          <a:xfrm>
            <a:off x="-1" y="0"/>
            <a:ext cx="12192002" cy="6858000"/>
            <a:chOff x="-1" y="0"/>
            <a:chExt cx="12192002" cy="6858000"/>
          </a:xfrm>
        </p:grpSpPr>
        <p:cxnSp>
          <p:nvCxnSpPr>
            <p:cNvPr id="162" name="Straight Connector 161"/>
            <p:cNvCxnSpPr/>
            <p:nvPr/>
          </p:nvCxnSpPr>
          <p:spPr bwMode="hidden">
            <a:xfrm>
              <a:off x="610194" y="0"/>
              <a:ext cx="0"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63" name="Straight Connector 162"/>
            <p:cNvCxnSpPr/>
            <p:nvPr/>
          </p:nvCxnSpPr>
          <p:spPr bwMode="hidden">
            <a:xfrm>
              <a:off x="1829332" y="0"/>
              <a:ext cx="0"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64" name="Straight Connector 163"/>
            <p:cNvCxnSpPr/>
            <p:nvPr/>
          </p:nvCxnSpPr>
          <p:spPr bwMode="hidden">
            <a:xfrm>
              <a:off x="3048470" y="0"/>
              <a:ext cx="0"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65" name="Straight Connector 164"/>
            <p:cNvCxnSpPr/>
            <p:nvPr/>
          </p:nvCxnSpPr>
          <p:spPr bwMode="hidden">
            <a:xfrm>
              <a:off x="4267608" y="0"/>
              <a:ext cx="0"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66" name="Straight Connector 165"/>
            <p:cNvCxnSpPr/>
            <p:nvPr/>
          </p:nvCxnSpPr>
          <p:spPr bwMode="hidden">
            <a:xfrm>
              <a:off x="5486746" y="0"/>
              <a:ext cx="0"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67" name="Straight Connector 166"/>
            <p:cNvCxnSpPr/>
            <p:nvPr/>
          </p:nvCxnSpPr>
          <p:spPr bwMode="hidden">
            <a:xfrm>
              <a:off x="6705884" y="0"/>
              <a:ext cx="0"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68" name="Straight Connector 167"/>
            <p:cNvCxnSpPr/>
            <p:nvPr/>
          </p:nvCxnSpPr>
          <p:spPr bwMode="hidden">
            <a:xfrm>
              <a:off x="7925022" y="0"/>
              <a:ext cx="0"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69" name="Straight Connector 168"/>
            <p:cNvCxnSpPr/>
            <p:nvPr/>
          </p:nvCxnSpPr>
          <p:spPr bwMode="hidden">
            <a:xfrm>
              <a:off x="9144160" y="0"/>
              <a:ext cx="0"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70" name="Straight Connector 169"/>
            <p:cNvCxnSpPr/>
            <p:nvPr/>
          </p:nvCxnSpPr>
          <p:spPr bwMode="hidden">
            <a:xfrm>
              <a:off x="10363298" y="0"/>
              <a:ext cx="0"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71" name="Straight Connector 170"/>
            <p:cNvCxnSpPr/>
            <p:nvPr/>
          </p:nvCxnSpPr>
          <p:spPr bwMode="hidden">
            <a:xfrm>
              <a:off x="11582436" y="0"/>
              <a:ext cx="0"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72" name="Straight Connector 171"/>
            <p:cNvCxnSpPr/>
            <p:nvPr/>
          </p:nvCxnSpPr>
          <p:spPr bwMode="hidden">
            <a:xfrm>
              <a:off x="2819" y="386485"/>
              <a:ext cx="12188952" cy="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73" name="Straight Connector 172"/>
            <p:cNvCxnSpPr/>
            <p:nvPr/>
          </p:nvCxnSpPr>
          <p:spPr bwMode="hidden">
            <a:xfrm>
              <a:off x="2819" y="1611181"/>
              <a:ext cx="12188952" cy="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74" name="Straight Connector 173"/>
            <p:cNvCxnSpPr/>
            <p:nvPr/>
          </p:nvCxnSpPr>
          <p:spPr bwMode="hidden">
            <a:xfrm>
              <a:off x="2819" y="2835877"/>
              <a:ext cx="12188952" cy="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75" name="Straight Connector 174"/>
            <p:cNvCxnSpPr/>
            <p:nvPr/>
          </p:nvCxnSpPr>
          <p:spPr bwMode="hidden">
            <a:xfrm>
              <a:off x="2819" y="4060573"/>
              <a:ext cx="12188952" cy="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76" name="Straight Connector 175"/>
            <p:cNvCxnSpPr/>
            <p:nvPr/>
          </p:nvCxnSpPr>
          <p:spPr bwMode="hidden">
            <a:xfrm>
              <a:off x="2819" y="5285269"/>
              <a:ext cx="12188952" cy="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77" name="Straight Connector 176"/>
            <p:cNvCxnSpPr/>
            <p:nvPr/>
          </p:nvCxnSpPr>
          <p:spPr bwMode="hidden">
            <a:xfrm>
              <a:off x="2819" y="6509965"/>
              <a:ext cx="12188952" cy="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grpSp>
          <p:nvGrpSpPr>
            <p:cNvPr id="178" name="Group 177"/>
            <p:cNvGrpSpPr/>
            <p:nvPr userDrawn="1"/>
          </p:nvGrpSpPr>
          <p:grpSpPr bwMode="hidden">
            <a:xfrm>
              <a:off x="-1" y="0"/>
              <a:ext cx="12192001" cy="6858000"/>
              <a:chOff x="-1" y="0"/>
              <a:chExt cx="12192001" cy="6858000"/>
            </a:xfrm>
          </p:grpSpPr>
          <p:cxnSp>
            <p:nvCxnSpPr>
              <p:cNvPr id="196" name="Straight Connector 195"/>
              <p:cNvCxnSpPr/>
              <p:nvPr/>
            </p:nvCxnSpPr>
            <p:spPr bwMode="hidden">
              <a:xfrm>
                <a:off x="225425" y="0"/>
                <a:ext cx="6815931"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97" name="Straight Connector 196"/>
              <p:cNvCxnSpPr/>
              <p:nvPr/>
            </p:nvCxnSpPr>
            <p:spPr bwMode="hidden">
              <a:xfrm>
                <a:off x="1449154" y="0"/>
                <a:ext cx="6815931"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98" name="Straight Connector 197"/>
              <p:cNvCxnSpPr/>
              <p:nvPr/>
            </p:nvCxnSpPr>
            <p:spPr bwMode="hidden">
              <a:xfrm>
                <a:off x="2665982" y="0"/>
                <a:ext cx="6815931"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99" name="Straight Connector 198"/>
              <p:cNvCxnSpPr/>
              <p:nvPr/>
            </p:nvCxnSpPr>
            <p:spPr bwMode="hidden">
              <a:xfrm>
                <a:off x="3885119" y="0"/>
                <a:ext cx="6815931"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200" name="Straight Connector 199"/>
              <p:cNvCxnSpPr/>
              <p:nvPr/>
            </p:nvCxnSpPr>
            <p:spPr bwMode="hidden">
              <a:xfrm>
                <a:off x="5106502" y="0"/>
                <a:ext cx="6815931"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grpSp>
            <p:nvGrpSpPr>
              <p:cNvPr id="201" name="Group 200"/>
              <p:cNvGrpSpPr/>
              <p:nvPr/>
            </p:nvGrpSpPr>
            <p:grpSpPr bwMode="hidden">
              <a:xfrm>
                <a:off x="6327885" y="0"/>
                <a:ext cx="5864115" cy="5898673"/>
                <a:chOff x="6327885" y="0"/>
                <a:chExt cx="5864115" cy="5898673"/>
              </a:xfrm>
            </p:grpSpPr>
            <p:cxnSp>
              <p:nvCxnSpPr>
                <p:cNvPr id="207" name="Straight Connector 206"/>
                <p:cNvCxnSpPr/>
                <p:nvPr/>
              </p:nvCxnSpPr>
              <p:spPr bwMode="hidden">
                <a:xfrm>
                  <a:off x="6327885" y="0"/>
                  <a:ext cx="5864115" cy="5898673"/>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208" name="Straight Connector 207"/>
                <p:cNvCxnSpPr/>
                <p:nvPr/>
              </p:nvCxnSpPr>
              <p:spPr bwMode="hidden">
                <a:xfrm>
                  <a:off x="7549268" y="0"/>
                  <a:ext cx="4642732" cy="4672425"/>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209" name="Straight Connector 208"/>
                <p:cNvCxnSpPr/>
                <p:nvPr/>
              </p:nvCxnSpPr>
              <p:spPr bwMode="hidden">
                <a:xfrm>
                  <a:off x="8772997" y="0"/>
                  <a:ext cx="3419003" cy="3456749"/>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210" name="Straight Connector 209"/>
                <p:cNvCxnSpPr/>
                <p:nvPr/>
              </p:nvCxnSpPr>
              <p:spPr bwMode="hidden">
                <a:xfrm>
                  <a:off x="9982200" y="0"/>
                  <a:ext cx="2209800" cy="2226469"/>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211" name="Straight Connector 210"/>
                <p:cNvCxnSpPr/>
                <p:nvPr/>
              </p:nvCxnSpPr>
              <p:spPr bwMode="hidden">
                <a:xfrm>
                  <a:off x="11199019" y="0"/>
                  <a:ext cx="992981" cy="1002506"/>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grpSp>
          <p:cxnSp>
            <p:nvCxnSpPr>
              <p:cNvPr id="202" name="Straight Connector 201"/>
              <p:cNvCxnSpPr/>
              <p:nvPr/>
            </p:nvCxnSpPr>
            <p:spPr bwMode="hidden">
              <a:xfrm flipH="1" flipV="1">
                <a:off x="-1" y="1012053"/>
                <a:ext cx="5828811" cy="5845945"/>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203" name="Straight Connector 202"/>
              <p:cNvCxnSpPr/>
              <p:nvPr/>
            </p:nvCxnSpPr>
            <p:spPr bwMode="hidden">
              <a:xfrm flipH="1" flipV="1">
                <a:off x="-1" y="2227340"/>
                <a:ext cx="4614781" cy="4630658"/>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204" name="Straight Connector 203"/>
              <p:cNvCxnSpPr/>
              <p:nvPr/>
            </p:nvCxnSpPr>
            <p:spPr bwMode="hidden">
              <a:xfrm flipH="1" flipV="1">
                <a:off x="-1" y="3432149"/>
                <a:ext cx="3398419" cy="3425849"/>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205" name="Straight Connector 204"/>
              <p:cNvCxnSpPr/>
              <p:nvPr/>
            </p:nvCxnSpPr>
            <p:spPr bwMode="hidden">
              <a:xfrm flipH="1" flipV="1">
                <a:off x="-1" y="4651431"/>
                <a:ext cx="2196496" cy="2206567"/>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206" name="Straight Connector 205"/>
              <p:cNvCxnSpPr/>
              <p:nvPr/>
            </p:nvCxnSpPr>
            <p:spPr bwMode="hidden">
              <a:xfrm flipH="1" flipV="1">
                <a:off x="-1" y="5864453"/>
                <a:ext cx="987003" cy="993545"/>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grpSp>
        <p:grpSp>
          <p:nvGrpSpPr>
            <p:cNvPr id="179" name="Group 178"/>
            <p:cNvGrpSpPr/>
            <p:nvPr userDrawn="1"/>
          </p:nvGrpSpPr>
          <p:grpSpPr bwMode="hidden">
            <a:xfrm flipH="1">
              <a:off x="0" y="0"/>
              <a:ext cx="12192001" cy="6858000"/>
              <a:chOff x="-1" y="0"/>
              <a:chExt cx="12192001" cy="6858000"/>
            </a:xfrm>
          </p:grpSpPr>
          <p:cxnSp>
            <p:nvCxnSpPr>
              <p:cNvPr id="180" name="Straight Connector 179"/>
              <p:cNvCxnSpPr/>
              <p:nvPr/>
            </p:nvCxnSpPr>
            <p:spPr bwMode="hidden">
              <a:xfrm>
                <a:off x="225425" y="0"/>
                <a:ext cx="6815931"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81" name="Straight Connector 180"/>
              <p:cNvCxnSpPr/>
              <p:nvPr/>
            </p:nvCxnSpPr>
            <p:spPr bwMode="hidden">
              <a:xfrm>
                <a:off x="1449154" y="0"/>
                <a:ext cx="6815931"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82" name="Straight Connector 181"/>
              <p:cNvCxnSpPr/>
              <p:nvPr/>
            </p:nvCxnSpPr>
            <p:spPr bwMode="hidden">
              <a:xfrm>
                <a:off x="2665982" y="0"/>
                <a:ext cx="6815931"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83" name="Straight Connector 182"/>
              <p:cNvCxnSpPr/>
              <p:nvPr/>
            </p:nvCxnSpPr>
            <p:spPr bwMode="hidden">
              <a:xfrm>
                <a:off x="3885119" y="0"/>
                <a:ext cx="6815931"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84" name="Straight Connector 183"/>
              <p:cNvCxnSpPr/>
              <p:nvPr/>
            </p:nvCxnSpPr>
            <p:spPr bwMode="hidden">
              <a:xfrm>
                <a:off x="5106502" y="0"/>
                <a:ext cx="6815931"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grpSp>
            <p:nvGrpSpPr>
              <p:cNvPr id="185" name="Group 184"/>
              <p:cNvGrpSpPr/>
              <p:nvPr/>
            </p:nvGrpSpPr>
            <p:grpSpPr bwMode="hidden">
              <a:xfrm>
                <a:off x="6327885" y="0"/>
                <a:ext cx="5864115" cy="5898673"/>
                <a:chOff x="6327885" y="0"/>
                <a:chExt cx="5864115" cy="5898673"/>
              </a:xfrm>
            </p:grpSpPr>
            <p:cxnSp>
              <p:nvCxnSpPr>
                <p:cNvPr id="191" name="Straight Connector 190"/>
                <p:cNvCxnSpPr/>
                <p:nvPr/>
              </p:nvCxnSpPr>
              <p:spPr bwMode="hidden">
                <a:xfrm>
                  <a:off x="6327885" y="0"/>
                  <a:ext cx="5864115" cy="5898673"/>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92" name="Straight Connector 191"/>
                <p:cNvCxnSpPr/>
                <p:nvPr/>
              </p:nvCxnSpPr>
              <p:spPr bwMode="hidden">
                <a:xfrm>
                  <a:off x="7549268" y="0"/>
                  <a:ext cx="4642732" cy="4672425"/>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93" name="Straight Connector 192"/>
                <p:cNvCxnSpPr/>
                <p:nvPr/>
              </p:nvCxnSpPr>
              <p:spPr bwMode="hidden">
                <a:xfrm>
                  <a:off x="8772997" y="0"/>
                  <a:ext cx="3419003" cy="3456749"/>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94" name="Straight Connector 193"/>
                <p:cNvCxnSpPr/>
                <p:nvPr/>
              </p:nvCxnSpPr>
              <p:spPr bwMode="hidden">
                <a:xfrm>
                  <a:off x="9982200" y="0"/>
                  <a:ext cx="2209800" cy="2226469"/>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95" name="Straight Connector 194"/>
                <p:cNvCxnSpPr/>
                <p:nvPr/>
              </p:nvCxnSpPr>
              <p:spPr bwMode="hidden">
                <a:xfrm>
                  <a:off x="11199019" y="0"/>
                  <a:ext cx="992981" cy="1002506"/>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grpSp>
          <p:cxnSp>
            <p:nvCxnSpPr>
              <p:cNvPr id="186" name="Straight Connector 185"/>
              <p:cNvCxnSpPr/>
              <p:nvPr/>
            </p:nvCxnSpPr>
            <p:spPr bwMode="hidden">
              <a:xfrm flipH="1" flipV="1">
                <a:off x="-1" y="1012053"/>
                <a:ext cx="5828811" cy="5845945"/>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87" name="Straight Connector 186"/>
              <p:cNvCxnSpPr/>
              <p:nvPr/>
            </p:nvCxnSpPr>
            <p:spPr bwMode="hidden">
              <a:xfrm flipH="1" flipV="1">
                <a:off x="-1" y="2227340"/>
                <a:ext cx="4614781" cy="4630658"/>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88" name="Straight Connector 187"/>
              <p:cNvCxnSpPr/>
              <p:nvPr/>
            </p:nvCxnSpPr>
            <p:spPr bwMode="hidden">
              <a:xfrm flipH="1" flipV="1">
                <a:off x="-1" y="3432149"/>
                <a:ext cx="3398419" cy="3425849"/>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89" name="Straight Connector 188"/>
              <p:cNvCxnSpPr/>
              <p:nvPr/>
            </p:nvCxnSpPr>
            <p:spPr bwMode="hidden">
              <a:xfrm flipH="1" flipV="1">
                <a:off x="-1" y="4651431"/>
                <a:ext cx="2196496" cy="2206567"/>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90" name="Straight Connector 189"/>
              <p:cNvCxnSpPr/>
              <p:nvPr/>
            </p:nvCxnSpPr>
            <p:spPr bwMode="hidden">
              <a:xfrm flipH="1" flipV="1">
                <a:off x="-1" y="5864453"/>
                <a:ext cx="987003" cy="993545"/>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grpSp>
      </p:grpSp>
      <p:sp>
        <p:nvSpPr>
          <p:cNvPr id="213" name="Footer Placeholder 212"/>
          <p:cNvSpPr>
            <a:spLocks noGrp="1"/>
          </p:cNvSpPr>
          <p:nvPr>
            <p:ph type="ftr" sz="quarter" idx="11"/>
          </p:nvPr>
        </p:nvSpPr>
        <p:spPr/>
        <p:txBody>
          <a:bodyPr/>
          <a:lstStyle/>
          <a:p>
            <a:r>
              <a:rPr lang="en-US" dirty="0"/>
              <a:t>Add a footer</a:t>
            </a:r>
          </a:p>
        </p:txBody>
      </p:sp>
      <p:sp>
        <p:nvSpPr>
          <p:cNvPr id="212" name="Date Placeholder 211"/>
          <p:cNvSpPr>
            <a:spLocks noGrp="1"/>
          </p:cNvSpPr>
          <p:nvPr>
            <p:ph type="dt" sz="half" idx="10"/>
          </p:nvPr>
        </p:nvSpPr>
        <p:spPr/>
        <p:txBody>
          <a:bodyPr/>
          <a:lstStyle/>
          <a:p>
            <a:fld id="{60A4083B-90AA-48CF-BAD5-00AA24D7F288}" type="datetime1">
              <a:rPr lang="en-US" smtClean="0"/>
              <a:t>1/31/2026</a:t>
            </a:fld>
            <a:endParaRPr lang="en-US"/>
          </a:p>
        </p:txBody>
      </p:sp>
      <p:sp>
        <p:nvSpPr>
          <p:cNvPr id="214" name="Slide Number Placeholder 213"/>
          <p:cNvSpPr>
            <a:spLocks noGrp="1"/>
          </p:cNvSpPr>
          <p:nvPr>
            <p:ph type="sldNum" sz="quarter" idx="12"/>
          </p:nvPr>
        </p:nvSpPr>
        <p:spPr/>
        <p:txBody>
          <a:bodyPr/>
          <a:lstStyle/>
          <a:p>
            <a:fld id="{E31375A4-56A4-47D6-9801-1991572033F7}" type="slidenum">
              <a:rPr lang="en-US" smtClean="0"/>
              <a:pPr/>
              <a:t>‹#›</a:t>
            </a:fld>
            <a:endParaRPr lang="en-US"/>
          </a:p>
        </p:txBody>
      </p:sp>
    </p:spTree>
    <p:extLst>
      <p:ext uri="{BB962C8B-B14F-4D97-AF65-F5344CB8AC3E}">
        <p14:creationId xmlns:p14="http://schemas.microsoft.com/office/powerpoint/2010/main" val="21468172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Pr>
        <a:gradFill flip="none" rotWithShape="1">
          <a:gsLst>
            <a:gs pos="0">
              <a:schemeClr val="accent1"/>
            </a:gs>
            <a:gs pos="100000">
              <a:schemeClr val="accent1">
                <a:lumMod val="80000"/>
              </a:schemeClr>
            </a:gs>
          </a:gsLst>
          <a:path path="circle">
            <a:fillToRect l="50000" t="50000" r="50000" b="50000"/>
          </a:path>
          <a:tileRect/>
        </a:gradFill>
        <a:effectLst/>
      </p:bgPr>
    </p:bg>
    <p:spTree>
      <p:nvGrpSpPr>
        <p:cNvPr id="1" name=""/>
        <p:cNvGrpSpPr/>
        <p:nvPr/>
      </p:nvGrpSpPr>
      <p:grpSpPr>
        <a:xfrm>
          <a:off x="0" y="0"/>
          <a:ext cx="0" cy="0"/>
          <a:chOff x="0" y="0"/>
          <a:chExt cx="0" cy="0"/>
        </a:xfrm>
      </p:grpSpPr>
      <p:grpSp>
        <p:nvGrpSpPr>
          <p:cNvPr id="9" name="Group 8"/>
          <p:cNvGrpSpPr/>
          <p:nvPr userDrawn="1"/>
        </p:nvGrpSpPr>
        <p:grpSpPr bwMode="hidden">
          <a:xfrm>
            <a:off x="-1" y="0"/>
            <a:ext cx="12192002" cy="6858000"/>
            <a:chOff x="-1" y="0"/>
            <a:chExt cx="12192002" cy="6858000"/>
          </a:xfrm>
        </p:grpSpPr>
        <p:cxnSp>
          <p:nvCxnSpPr>
            <p:cNvPr id="10" name="Straight Connector 9"/>
            <p:cNvCxnSpPr/>
            <p:nvPr/>
          </p:nvCxnSpPr>
          <p:spPr bwMode="hidden">
            <a:xfrm>
              <a:off x="610194"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bwMode="hidden">
            <a:xfrm>
              <a:off x="1829332"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bwMode="hidden">
            <a:xfrm>
              <a:off x="3048470"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bwMode="hidden">
            <a:xfrm>
              <a:off x="4267608"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bwMode="hidden">
            <a:xfrm>
              <a:off x="5486746"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bwMode="hidden">
            <a:xfrm>
              <a:off x="6705884"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bwMode="hidden">
            <a:xfrm>
              <a:off x="7925022"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bwMode="hidden">
            <a:xfrm>
              <a:off x="9144160"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bwMode="hidden">
            <a:xfrm>
              <a:off x="10363298"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bwMode="hidden">
            <a:xfrm>
              <a:off x="11582436"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bwMode="hidden">
            <a:xfrm>
              <a:off x="2819" y="386485"/>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bwMode="hidden">
            <a:xfrm>
              <a:off x="2819" y="1611181"/>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bwMode="hidden">
            <a:xfrm>
              <a:off x="2819" y="2835877"/>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bwMode="hidden">
            <a:xfrm>
              <a:off x="2819" y="4060573"/>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bwMode="hidden">
            <a:xfrm>
              <a:off x="2819" y="5285269"/>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bwMode="hidden">
            <a:xfrm>
              <a:off x="2819" y="6509965"/>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26" name="Group 25"/>
            <p:cNvGrpSpPr/>
            <p:nvPr userDrawn="1"/>
          </p:nvGrpSpPr>
          <p:grpSpPr bwMode="hidden">
            <a:xfrm>
              <a:off x="-1" y="0"/>
              <a:ext cx="12192001" cy="6858000"/>
              <a:chOff x="-1" y="0"/>
              <a:chExt cx="12192001" cy="6858000"/>
            </a:xfrm>
          </p:grpSpPr>
          <p:cxnSp>
            <p:nvCxnSpPr>
              <p:cNvPr id="44" name="Straight Connector 43"/>
              <p:cNvCxnSpPr/>
              <p:nvPr/>
            </p:nvCxnSpPr>
            <p:spPr bwMode="hidden">
              <a:xfrm>
                <a:off x="225425"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p:nvCxnSpPr>
            <p:spPr bwMode="hidden">
              <a:xfrm>
                <a:off x="144915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p:nvPr/>
            </p:nvCxnSpPr>
            <p:spPr bwMode="hidden">
              <a:xfrm>
                <a:off x="266598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7" name="Straight Connector 46"/>
              <p:cNvCxnSpPr/>
              <p:nvPr/>
            </p:nvCxnSpPr>
            <p:spPr bwMode="hidden">
              <a:xfrm>
                <a:off x="3885119"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8" name="Straight Connector 47"/>
              <p:cNvCxnSpPr/>
              <p:nvPr/>
            </p:nvCxnSpPr>
            <p:spPr bwMode="hidden">
              <a:xfrm>
                <a:off x="510650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49" name="Group 48"/>
              <p:cNvGrpSpPr/>
              <p:nvPr/>
            </p:nvGrpSpPr>
            <p:grpSpPr bwMode="hidden">
              <a:xfrm>
                <a:off x="6327885" y="0"/>
                <a:ext cx="5864115" cy="5898673"/>
                <a:chOff x="6327885" y="0"/>
                <a:chExt cx="5864115" cy="5898673"/>
              </a:xfrm>
            </p:grpSpPr>
            <p:cxnSp>
              <p:nvCxnSpPr>
                <p:cNvPr id="55" name="Straight Connector 54"/>
                <p:cNvCxnSpPr/>
                <p:nvPr/>
              </p:nvCxnSpPr>
              <p:spPr bwMode="hidden">
                <a:xfrm>
                  <a:off x="6327885" y="0"/>
                  <a:ext cx="5864115" cy="5898673"/>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6" name="Straight Connector 55"/>
                <p:cNvCxnSpPr/>
                <p:nvPr/>
              </p:nvCxnSpPr>
              <p:spPr bwMode="hidden">
                <a:xfrm>
                  <a:off x="7549268" y="0"/>
                  <a:ext cx="4642732" cy="467242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7" name="Straight Connector 56"/>
                <p:cNvCxnSpPr/>
                <p:nvPr/>
              </p:nvCxnSpPr>
              <p:spPr bwMode="hidden">
                <a:xfrm>
                  <a:off x="8772997" y="0"/>
                  <a:ext cx="3419003" cy="34567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8" name="Straight Connector 57"/>
                <p:cNvCxnSpPr/>
                <p:nvPr/>
              </p:nvCxnSpPr>
              <p:spPr bwMode="hidden">
                <a:xfrm>
                  <a:off x="9982200" y="0"/>
                  <a:ext cx="2209800" cy="222646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9" name="Straight Connector 58"/>
                <p:cNvCxnSpPr/>
                <p:nvPr/>
              </p:nvCxnSpPr>
              <p:spPr bwMode="hidden">
                <a:xfrm>
                  <a:off x="11199019" y="0"/>
                  <a:ext cx="992981" cy="1002506"/>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cxnSp>
            <p:nvCxnSpPr>
              <p:cNvPr id="50" name="Straight Connector 49"/>
              <p:cNvCxnSpPr/>
              <p:nvPr/>
            </p:nvCxnSpPr>
            <p:spPr bwMode="hidden">
              <a:xfrm flipH="1" flipV="1">
                <a:off x="-1" y="1012053"/>
                <a:ext cx="5828811" cy="58459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1" name="Straight Connector 50"/>
              <p:cNvCxnSpPr/>
              <p:nvPr/>
            </p:nvCxnSpPr>
            <p:spPr bwMode="hidden">
              <a:xfrm flipH="1" flipV="1">
                <a:off x="-1" y="2227340"/>
                <a:ext cx="4614781" cy="4630658"/>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2" name="Straight Connector 51"/>
              <p:cNvCxnSpPr/>
              <p:nvPr/>
            </p:nvCxnSpPr>
            <p:spPr bwMode="hidden">
              <a:xfrm flipH="1" flipV="1">
                <a:off x="-1" y="3432149"/>
                <a:ext cx="3398419" cy="34258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3" name="Straight Connector 52"/>
              <p:cNvCxnSpPr/>
              <p:nvPr/>
            </p:nvCxnSpPr>
            <p:spPr bwMode="hidden">
              <a:xfrm flipH="1" flipV="1">
                <a:off x="-1" y="4651431"/>
                <a:ext cx="2196496" cy="2206567"/>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4" name="Straight Connector 53"/>
              <p:cNvCxnSpPr/>
              <p:nvPr/>
            </p:nvCxnSpPr>
            <p:spPr bwMode="hidden">
              <a:xfrm flipH="1" flipV="1">
                <a:off x="-1" y="5864453"/>
                <a:ext cx="987003" cy="9935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grpSp>
          <p:nvGrpSpPr>
            <p:cNvPr id="27" name="Group 26"/>
            <p:cNvGrpSpPr/>
            <p:nvPr userDrawn="1"/>
          </p:nvGrpSpPr>
          <p:grpSpPr bwMode="hidden">
            <a:xfrm flipH="1">
              <a:off x="0" y="0"/>
              <a:ext cx="12192001" cy="6858000"/>
              <a:chOff x="-1" y="0"/>
              <a:chExt cx="12192001" cy="6858000"/>
            </a:xfrm>
          </p:grpSpPr>
          <p:cxnSp>
            <p:nvCxnSpPr>
              <p:cNvPr id="28" name="Straight Connector 27"/>
              <p:cNvCxnSpPr/>
              <p:nvPr/>
            </p:nvCxnSpPr>
            <p:spPr bwMode="hidden">
              <a:xfrm>
                <a:off x="225425"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bwMode="hidden">
              <a:xfrm>
                <a:off x="144915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bwMode="hidden">
              <a:xfrm>
                <a:off x="266598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bwMode="hidden">
              <a:xfrm>
                <a:off x="3885119"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bwMode="hidden">
              <a:xfrm>
                <a:off x="515064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33" name="Group 32"/>
              <p:cNvGrpSpPr/>
              <p:nvPr/>
            </p:nvGrpSpPr>
            <p:grpSpPr bwMode="hidden">
              <a:xfrm>
                <a:off x="6327885" y="0"/>
                <a:ext cx="5864115" cy="5898673"/>
                <a:chOff x="6327885" y="0"/>
                <a:chExt cx="5864115" cy="5898673"/>
              </a:xfrm>
            </p:grpSpPr>
            <p:cxnSp>
              <p:nvCxnSpPr>
                <p:cNvPr id="39" name="Straight Connector 38"/>
                <p:cNvCxnSpPr/>
                <p:nvPr/>
              </p:nvCxnSpPr>
              <p:spPr bwMode="hidden">
                <a:xfrm>
                  <a:off x="6327885" y="0"/>
                  <a:ext cx="5864115" cy="5898673"/>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bwMode="hidden">
                <a:xfrm>
                  <a:off x="7549268" y="0"/>
                  <a:ext cx="4642732" cy="467242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1" name="Straight Connector 40"/>
                <p:cNvCxnSpPr/>
                <p:nvPr/>
              </p:nvCxnSpPr>
              <p:spPr bwMode="hidden">
                <a:xfrm>
                  <a:off x="8772997" y="0"/>
                  <a:ext cx="3419003" cy="34567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p:nvCxnSpPr>
              <p:spPr bwMode="hidden">
                <a:xfrm>
                  <a:off x="9982200" y="0"/>
                  <a:ext cx="2209800" cy="222646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p:nvPr/>
              </p:nvCxnSpPr>
              <p:spPr bwMode="hidden">
                <a:xfrm>
                  <a:off x="11199019" y="0"/>
                  <a:ext cx="992981" cy="1002506"/>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cxnSp>
            <p:nvCxnSpPr>
              <p:cNvPr id="34" name="Straight Connector 33"/>
              <p:cNvCxnSpPr/>
              <p:nvPr/>
            </p:nvCxnSpPr>
            <p:spPr bwMode="hidden">
              <a:xfrm flipH="1" flipV="1">
                <a:off x="-1" y="1012053"/>
                <a:ext cx="5828811" cy="58459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p:nvCxnSpPr>
            <p:spPr bwMode="hidden">
              <a:xfrm flipH="1" flipV="1">
                <a:off x="-1" y="2227340"/>
                <a:ext cx="4614781" cy="4630658"/>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6" name="Straight Connector 35"/>
              <p:cNvCxnSpPr/>
              <p:nvPr/>
            </p:nvCxnSpPr>
            <p:spPr bwMode="hidden">
              <a:xfrm flipH="1" flipV="1">
                <a:off x="-1" y="3432149"/>
                <a:ext cx="3398419" cy="34258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7" name="Straight Connector 36"/>
              <p:cNvCxnSpPr/>
              <p:nvPr/>
            </p:nvCxnSpPr>
            <p:spPr bwMode="hidden">
              <a:xfrm flipH="1" flipV="1">
                <a:off x="-1" y="4651431"/>
                <a:ext cx="2196496" cy="2206567"/>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8" name="Straight Connector 37"/>
              <p:cNvCxnSpPr/>
              <p:nvPr/>
            </p:nvCxnSpPr>
            <p:spPr bwMode="hidden">
              <a:xfrm flipH="1" flipV="1">
                <a:off x="-1" y="5864453"/>
                <a:ext cx="987003" cy="9935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grpSp>
      <p:sp>
        <p:nvSpPr>
          <p:cNvPr id="7" name="Rectangle 6"/>
          <p:cNvSpPr/>
          <p:nvPr userDrawn="1"/>
        </p:nvSpPr>
        <p:spPr>
          <a:xfrm>
            <a:off x="0" y="0"/>
            <a:ext cx="7315200" cy="6858000"/>
          </a:xfrm>
          <a:prstGeom prst="rect">
            <a:avLst/>
          </a:prstGeom>
          <a:gradFill>
            <a:gsLst>
              <a:gs pos="69000">
                <a:schemeClr val="bg1"/>
              </a:gs>
              <a:gs pos="0">
                <a:schemeClr val="bg1"/>
              </a:gs>
              <a:gs pos="100000">
                <a:schemeClr val="bg1">
                  <a:lumMod val="95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7913152" y="571500"/>
            <a:ext cx="3657600" cy="2197100"/>
          </a:xfrm>
        </p:spPr>
        <p:txBody>
          <a:bodyPr anchor="b">
            <a:normAutofit/>
          </a:bodyPr>
          <a:lstStyle>
            <a:lvl1pPr>
              <a:defRPr sz="2600">
                <a:solidFill>
                  <a:schemeClr val="bg1"/>
                </a:solidFill>
              </a:defRPr>
            </a:lvl1pPr>
          </a:lstStyle>
          <a:p>
            <a:r>
              <a:rPr lang="en-US"/>
              <a:t>Click to edit Master title style</a:t>
            </a:r>
            <a:endParaRPr lang="en-US" dirty="0"/>
          </a:p>
        </p:txBody>
      </p:sp>
      <p:sp>
        <p:nvSpPr>
          <p:cNvPr id="3" name="Content Placeholder 2"/>
          <p:cNvSpPr>
            <a:spLocks noGrp="1"/>
          </p:cNvSpPr>
          <p:nvPr>
            <p:ph idx="1"/>
          </p:nvPr>
        </p:nvSpPr>
        <p:spPr>
          <a:xfrm>
            <a:off x="543197" y="571500"/>
            <a:ext cx="6217920" cy="5715000"/>
          </a:xfrm>
        </p:spPr>
        <p:txBody>
          <a:bodyPr>
            <a:normAutofit/>
          </a:bodyPr>
          <a:lstStyle>
            <a:lvl1pPr>
              <a:defRPr sz="2000"/>
            </a:lvl1pPr>
            <a:lvl2pPr>
              <a:defRPr sz="1800"/>
            </a:lvl2pPr>
            <a:lvl3pPr>
              <a:defRPr sz="1600"/>
            </a:lvl3pPr>
            <a:lvl4pPr>
              <a:defRPr sz="1400"/>
            </a:lvl4pPr>
            <a:lvl5pPr>
              <a:defRPr sz="14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913152" y="2995012"/>
            <a:ext cx="3657600" cy="2285950"/>
          </a:xfrm>
        </p:spPr>
        <p:txBody>
          <a:bodyPr>
            <a:normAutofit/>
          </a:bodyPr>
          <a:lstStyle>
            <a:lvl1pPr marL="0" indent="0">
              <a:spcBef>
                <a:spcPts val="1200"/>
              </a:spcBef>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cxnSp>
        <p:nvCxnSpPr>
          <p:cNvPr id="60" name="Straight Connector 59"/>
          <p:cNvCxnSpPr/>
          <p:nvPr userDrawn="1"/>
        </p:nvCxnSpPr>
        <p:spPr>
          <a:xfrm>
            <a:off x="7923089" y="2895600"/>
            <a:ext cx="3659311"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6" name="Footer Placeholder 5"/>
          <p:cNvSpPr>
            <a:spLocks noGrp="1"/>
          </p:cNvSpPr>
          <p:nvPr>
            <p:ph type="ftr" sz="quarter" idx="11"/>
          </p:nvPr>
        </p:nvSpPr>
        <p:spPr/>
        <p:txBody>
          <a:bodyPr/>
          <a:lstStyle/>
          <a:p>
            <a:r>
              <a:rPr lang="en-US" dirty="0"/>
              <a:t>Add a footer</a:t>
            </a:r>
          </a:p>
        </p:txBody>
      </p:sp>
      <p:sp>
        <p:nvSpPr>
          <p:cNvPr id="5" name="Date Placeholder 4"/>
          <p:cNvSpPr>
            <a:spLocks noGrp="1"/>
          </p:cNvSpPr>
          <p:nvPr>
            <p:ph type="dt" sz="half" idx="10"/>
          </p:nvPr>
        </p:nvSpPr>
        <p:spPr/>
        <p:txBody>
          <a:bodyPr/>
          <a:lstStyle>
            <a:lvl1pPr>
              <a:defRPr>
                <a:solidFill>
                  <a:schemeClr val="bg1"/>
                </a:solidFill>
              </a:defRPr>
            </a:lvl1pPr>
          </a:lstStyle>
          <a:p>
            <a:fld id="{F5BAF629-ECA2-4CF3-B790-9D9BDED98269}" type="datetime1">
              <a:rPr lang="en-US" smtClean="0"/>
              <a:pPr/>
              <a:t>1/31/2026</a:t>
            </a:fld>
            <a:endParaRPr lang="en-US"/>
          </a:p>
        </p:txBody>
      </p:sp>
      <p:sp>
        <p:nvSpPr>
          <p:cNvPr id="8" name="Slide Number Placeholder 7"/>
          <p:cNvSpPr>
            <a:spLocks noGrp="1"/>
          </p:cNvSpPr>
          <p:nvPr>
            <p:ph type="sldNum" sz="quarter" idx="12"/>
          </p:nvPr>
        </p:nvSpPr>
        <p:spPr/>
        <p:txBody>
          <a:bodyPr/>
          <a:lstStyle>
            <a:lvl1pPr>
              <a:defRPr>
                <a:solidFill>
                  <a:schemeClr val="bg1"/>
                </a:solidFill>
              </a:defRPr>
            </a:lvl1pPr>
          </a:lstStyle>
          <a:p>
            <a:fld id="{E31375A4-56A4-47D6-9801-1991572033F7}" type="slidenum">
              <a:rPr lang="en-US" smtClean="0"/>
              <a:pPr/>
              <a:t>‹#›</a:t>
            </a:fld>
            <a:endParaRPr lang="en-US"/>
          </a:p>
        </p:txBody>
      </p:sp>
    </p:spTree>
    <p:extLst>
      <p:ext uri="{BB962C8B-B14F-4D97-AF65-F5344CB8AC3E}">
        <p14:creationId xmlns:p14="http://schemas.microsoft.com/office/powerpoint/2010/main" val="16673741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Pr>
        <a:gradFill flip="none" rotWithShape="1">
          <a:gsLst>
            <a:gs pos="0">
              <a:schemeClr val="accent1"/>
            </a:gs>
            <a:gs pos="100000">
              <a:schemeClr val="accent1">
                <a:lumMod val="80000"/>
              </a:schemeClr>
            </a:gs>
          </a:gsLst>
          <a:path path="circle">
            <a:fillToRect l="50000" t="50000" r="50000" b="50000"/>
          </a:path>
          <a:tileRect/>
        </a:gradFill>
        <a:effectLst/>
      </p:bgPr>
    </p:bg>
    <p:spTree>
      <p:nvGrpSpPr>
        <p:cNvPr id="1" name=""/>
        <p:cNvGrpSpPr/>
        <p:nvPr/>
      </p:nvGrpSpPr>
      <p:grpSpPr>
        <a:xfrm>
          <a:off x="0" y="0"/>
          <a:ext cx="0" cy="0"/>
          <a:chOff x="0" y="0"/>
          <a:chExt cx="0" cy="0"/>
        </a:xfrm>
      </p:grpSpPr>
      <p:grpSp>
        <p:nvGrpSpPr>
          <p:cNvPr id="8" name="Group 7"/>
          <p:cNvGrpSpPr/>
          <p:nvPr/>
        </p:nvGrpSpPr>
        <p:grpSpPr bwMode="hidden">
          <a:xfrm>
            <a:off x="-1" y="0"/>
            <a:ext cx="12192002" cy="6858000"/>
            <a:chOff x="-1" y="0"/>
            <a:chExt cx="12192002" cy="6858000"/>
          </a:xfrm>
        </p:grpSpPr>
        <p:cxnSp>
          <p:nvCxnSpPr>
            <p:cNvPr id="9" name="Straight Connector 8"/>
            <p:cNvCxnSpPr/>
            <p:nvPr/>
          </p:nvCxnSpPr>
          <p:spPr bwMode="hidden">
            <a:xfrm>
              <a:off x="610194"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bwMode="hidden">
            <a:xfrm>
              <a:off x="1829332"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bwMode="hidden">
            <a:xfrm>
              <a:off x="3048470"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bwMode="hidden">
            <a:xfrm>
              <a:off x="4267608"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bwMode="hidden">
            <a:xfrm>
              <a:off x="5486746"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bwMode="hidden">
            <a:xfrm>
              <a:off x="6705884"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bwMode="hidden">
            <a:xfrm>
              <a:off x="7925022"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bwMode="hidden">
            <a:xfrm>
              <a:off x="9144160"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bwMode="hidden">
            <a:xfrm>
              <a:off x="10363298"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bwMode="hidden">
            <a:xfrm>
              <a:off x="11582436"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bwMode="hidden">
            <a:xfrm>
              <a:off x="2819" y="386485"/>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bwMode="hidden">
            <a:xfrm>
              <a:off x="2819" y="1611181"/>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bwMode="hidden">
            <a:xfrm>
              <a:off x="2819" y="2835877"/>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bwMode="hidden">
            <a:xfrm>
              <a:off x="2819" y="4060573"/>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bwMode="hidden">
            <a:xfrm>
              <a:off x="2819" y="5285269"/>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bwMode="hidden">
            <a:xfrm>
              <a:off x="2819" y="6509965"/>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25" name="Group 24"/>
            <p:cNvGrpSpPr/>
            <p:nvPr/>
          </p:nvGrpSpPr>
          <p:grpSpPr bwMode="hidden">
            <a:xfrm>
              <a:off x="-1" y="0"/>
              <a:ext cx="12192001" cy="6858000"/>
              <a:chOff x="-1" y="0"/>
              <a:chExt cx="12192001" cy="6858000"/>
            </a:xfrm>
          </p:grpSpPr>
          <p:cxnSp>
            <p:nvCxnSpPr>
              <p:cNvPr id="43" name="Straight Connector 42"/>
              <p:cNvCxnSpPr/>
              <p:nvPr/>
            </p:nvCxnSpPr>
            <p:spPr bwMode="hidden">
              <a:xfrm>
                <a:off x="225425"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4" name="Straight Connector 43"/>
              <p:cNvCxnSpPr/>
              <p:nvPr/>
            </p:nvCxnSpPr>
            <p:spPr bwMode="hidden">
              <a:xfrm>
                <a:off x="144915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p:nvCxnSpPr>
            <p:spPr bwMode="hidden">
              <a:xfrm>
                <a:off x="266598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p:nvPr/>
            </p:nvCxnSpPr>
            <p:spPr bwMode="hidden">
              <a:xfrm>
                <a:off x="3885119"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7" name="Straight Connector 46"/>
              <p:cNvCxnSpPr/>
              <p:nvPr/>
            </p:nvCxnSpPr>
            <p:spPr bwMode="hidden">
              <a:xfrm>
                <a:off x="510650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48" name="Group 47"/>
              <p:cNvGrpSpPr/>
              <p:nvPr/>
            </p:nvGrpSpPr>
            <p:grpSpPr bwMode="hidden">
              <a:xfrm>
                <a:off x="6327885" y="0"/>
                <a:ext cx="5864115" cy="5898673"/>
                <a:chOff x="6327885" y="0"/>
                <a:chExt cx="5864115" cy="5898673"/>
              </a:xfrm>
            </p:grpSpPr>
            <p:cxnSp>
              <p:nvCxnSpPr>
                <p:cNvPr id="54" name="Straight Connector 53"/>
                <p:cNvCxnSpPr/>
                <p:nvPr/>
              </p:nvCxnSpPr>
              <p:spPr bwMode="hidden">
                <a:xfrm>
                  <a:off x="6327885" y="0"/>
                  <a:ext cx="5864115" cy="5898673"/>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5" name="Straight Connector 54"/>
                <p:cNvCxnSpPr/>
                <p:nvPr/>
              </p:nvCxnSpPr>
              <p:spPr bwMode="hidden">
                <a:xfrm>
                  <a:off x="7549268" y="0"/>
                  <a:ext cx="4642732" cy="467242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6" name="Straight Connector 55"/>
                <p:cNvCxnSpPr/>
                <p:nvPr/>
              </p:nvCxnSpPr>
              <p:spPr bwMode="hidden">
                <a:xfrm>
                  <a:off x="8772997" y="0"/>
                  <a:ext cx="3419003" cy="34567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7" name="Straight Connector 56"/>
                <p:cNvCxnSpPr/>
                <p:nvPr/>
              </p:nvCxnSpPr>
              <p:spPr bwMode="hidden">
                <a:xfrm>
                  <a:off x="9982200" y="0"/>
                  <a:ext cx="2209800" cy="222646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8" name="Straight Connector 57"/>
                <p:cNvCxnSpPr/>
                <p:nvPr/>
              </p:nvCxnSpPr>
              <p:spPr bwMode="hidden">
                <a:xfrm>
                  <a:off x="11199019" y="0"/>
                  <a:ext cx="992981" cy="1002506"/>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cxnSp>
            <p:nvCxnSpPr>
              <p:cNvPr id="49" name="Straight Connector 48"/>
              <p:cNvCxnSpPr/>
              <p:nvPr/>
            </p:nvCxnSpPr>
            <p:spPr bwMode="hidden">
              <a:xfrm flipH="1" flipV="1">
                <a:off x="-1" y="1012053"/>
                <a:ext cx="5828811" cy="58459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0" name="Straight Connector 49"/>
              <p:cNvCxnSpPr/>
              <p:nvPr/>
            </p:nvCxnSpPr>
            <p:spPr bwMode="hidden">
              <a:xfrm flipH="1" flipV="1">
                <a:off x="-1" y="2227340"/>
                <a:ext cx="4614781" cy="4630658"/>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1" name="Straight Connector 50"/>
              <p:cNvCxnSpPr/>
              <p:nvPr/>
            </p:nvCxnSpPr>
            <p:spPr bwMode="hidden">
              <a:xfrm flipH="1" flipV="1">
                <a:off x="-1" y="3432149"/>
                <a:ext cx="3398419" cy="34258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2" name="Straight Connector 51"/>
              <p:cNvCxnSpPr/>
              <p:nvPr/>
            </p:nvCxnSpPr>
            <p:spPr bwMode="hidden">
              <a:xfrm flipH="1" flipV="1">
                <a:off x="-1" y="4651431"/>
                <a:ext cx="2196496" cy="2206567"/>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3" name="Straight Connector 52"/>
              <p:cNvCxnSpPr/>
              <p:nvPr/>
            </p:nvCxnSpPr>
            <p:spPr bwMode="hidden">
              <a:xfrm flipH="1" flipV="1">
                <a:off x="-1" y="5864453"/>
                <a:ext cx="987003" cy="9935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grpSp>
          <p:nvGrpSpPr>
            <p:cNvPr id="26" name="Group 25"/>
            <p:cNvGrpSpPr/>
            <p:nvPr/>
          </p:nvGrpSpPr>
          <p:grpSpPr bwMode="hidden">
            <a:xfrm flipH="1">
              <a:off x="0" y="0"/>
              <a:ext cx="12192001" cy="6858000"/>
              <a:chOff x="-1" y="0"/>
              <a:chExt cx="12192001" cy="6858000"/>
            </a:xfrm>
          </p:grpSpPr>
          <p:cxnSp>
            <p:nvCxnSpPr>
              <p:cNvPr id="27" name="Straight Connector 26"/>
              <p:cNvCxnSpPr/>
              <p:nvPr/>
            </p:nvCxnSpPr>
            <p:spPr bwMode="hidden">
              <a:xfrm>
                <a:off x="225425"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bwMode="hidden">
              <a:xfrm>
                <a:off x="144915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bwMode="hidden">
              <a:xfrm>
                <a:off x="266598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bwMode="hidden">
              <a:xfrm>
                <a:off x="3885119"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bwMode="hidden">
              <a:xfrm>
                <a:off x="515064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32" name="Group 31"/>
              <p:cNvGrpSpPr/>
              <p:nvPr/>
            </p:nvGrpSpPr>
            <p:grpSpPr bwMode="hidden">
              <a:xfrm>
                <a:off x="6327885" y="0"/>
                <a:ext cx="5864115" cy="5898673"/>
                <a:chOff x="6327885" y="0"/>
                <a:chExt cx="5864115" cy="5898673"/>
              </a:xfrm>
            </p:grpSpPr>
            <p:cxnSp>
              <p:nvCxnSpPr>
                <p:cNvPr id="38" name="Straight Connector 37"/>
                <p:cNvCxnSpPr/>
                <p:nvPr/>
              </p:nvCxnSpPr>
              <p:spPr bwMode="hidden">
                <a:xfrm>
                  <a:off x="6327885" y="0"/>
                  <a:ext cx="5864115" cy="5898673"/>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9" name="Straight Connector 38"/>
                <p:cNvCxnSpPr/>
                <p:nvPr/>
              </p:nvCxnSpPr>
              <p:spPr bwMode="hidden">
                <a:xfrm>
                  <a:off x="7549268" y="0"/>
                  <a:ext cx="4642732" cy="467242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bwMode="hidden">
                <a:xfrm>
                  <a:off x="8772997" y="0"/>
                  <a:ext cx="3419003" cy="34567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1" name="Straight Connector 40"/>
                <p:cNvCxnSpPr/>
                <p:nvPr/>
              </p:nvCxnSpPr>
              <p:spPr bwMode="hidden">
                <a:xfrm>
                  <a:off x="9982200" y="0"/>
                  <a:ext cx="2209800" cy="222646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p:nvCxnSpPr>
              <p:spPr bwMode="hidden">
                <a:xfrm>
                  <a:off x="11199019" y="0"/>
                  <a:ext cx="992981" cy="1002506"/>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cxnSp>
            <p:nvCxnSpPr>
              <p:cNvPr id="33" name="Straight Connector 32"/>
              <p:cNvCxnSpPr/>
              <p:nvPr/>
            </p:nvCxnSpPr>
            <p:spPr bwMode="hidden">
              <a:xfrm flipH="1" flipV="1">
                <a:off x="-1" y="1012053"/>
                <a:ext cx="5828811" cy="58459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bwMode="hidden">
              <a:xfrm flipH="1" flipV="1">
                <a:off x="-1" y="2227340"/>
                <a:ext cx="4614781" cy="4630658"/>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p:nvCxnSpPr>
            <p:spPr bwMode="hidden">
              <a:xfrm flipH="1" flipV="1">
                <a:off x="-1" y="3432149"/>
                <a:ext cx="3398419" cy="34258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6" name="Straight Connector 35"/>
              <p:cNvCxnSpPr/>
              <p:nvPr/>
            </p:nvCxnSpPr>
            <p:spPr bwMode="hidden">
              <a:xfrm flipH="1" flipV="1">
                <a:off x="-1" y="4651431"/>
                <a:ext cx="2196496" cy="2206567"/>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7" name="Straight Connector 36"/>
              <p:cNvCxnSpPr/>
              <p:nvPr/>
            </p:nvCxnSpPr>
            <p:spPr bwMode="hidden">
              <a:xfrm flipH="1" flipV="1">
                <a:off x="-1" y="5864453"/>
                <a:ext cx="987003" cy="9935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grpSp>
      <p:sp>
        <p:nvSpPr>
          <p:cNvPr id="60" name="Rectangle 59"/>
          <p:cNvSpPr/>
          <p:nvPr/>
        </p:nvSpPr>
        <p:spPr>
          <a:xfrm>
            <a:off x="0" y="0"/>
            <a:ext cx="7315200" cy="6858000"/>
          </a:xfrm>
          <a:prstGeom prst="rect">
            <a:avLst/>
          </a:prstGeom>
          <a:gradFill>
            <a:gsLst>
              <a:gs pos="69000">
                <a:schemeClr val="bg1"/>
              </a:gs>
              <a:gs pos="0">
                <a:schemeClr val="bg1"/>
              </a:gs>
              <a:gs pos="100000">
                <a:schemeClr val="bg1">
                  <a:lumMod val="95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9" name="Straight Connector 58"/>
          <p:cNvCxnSpPr/>
          <p:nvPr/>
        </p:nvCxnSpPr>
        <p:spPr>
          <a:xfrm>
            <a:off x="7923089" y="2895600"/>
            <a:ext cx="3659311"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7909560" y="576072"/>
            <a:ext cx="3657600" cy="2194560"/>
          </a:xfrm>
        </p:spPr>
        <p:txBody>
          <a:bodyPr anchor="b">
            <a:normAutofit/>
          </a:bodyPr>
          <a:lstStyle>
            <a:lvl1pPr>
              <a:defRPr sz="2600">
                <a:solidFill>
                  <a:schemeClr val="bg1"/>
                </a:solidFill>
              </a:defRPr>
            </a:lvl1pPr>
          </a:lstStyle>
          <a:p>
            <a:r>
              <a:rPr lang="en-US"/>
              <a:t>Click to edit Master title style</a:t>
            </a:r>
          </a:p>
        </p:txBody>
      </p:sp>
      <p:sp>
        <p:nvSpPr>
          <p:cNvPr id="3" name="Picture Placeholder 2" descr="An empty placeholder to add an image. Click on the placeholder and select the image that you wish to add."/>
          <p:cNvSpPr>
            <a:spLocks noGrp="1"/>
          </p:cNvSpPr>
          <p:nvPr>
            <p:ph type="pic" idx="1"/>
          </p:nvPr>
        </p:nvSpPr>
        <p:spPr>
          <a:xfrm>
            <a:off x="4412" y="-159"/>
            <a:ext cx="7315200" cy="6858000"/>
          </a:xfrm>
        </p:spPr>
        <p:txBody>
          <a:bodyPr tIns="457200">
            <a:norm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7909560" y="2999232"/>
            <a:ext cx="3657600" cy="2286000"/>
          </a:xfrm>
        </p:spPr>
        <p:txBody>
          <a:bodyPr/>
          <a:lstStyle>
            <a:lvl1pPr marL="0" indent="0">
              <a:spcBef>
                <a:spcPts val="1200"/>
              </a:spcBef>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6203180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p:txBody>
          <a:bodyPr/>
          <a:lstStyle/>
          <a:p>
            <a:r>
              <a:rPr lang="en-US" dirty="0"/>
              <a:t>Add a footer</a:t>
            </a:r>
          </a:p>
        </p:txBody>
      </p:sp>
      <p:sp>
        <p:nvSpPr>
          <p:cNvPr id="4" name="Date Placeholder 3"/>
          <p:cNvSpPr>
            <a:spLocks noGrp="1"/>
          </p:cNvSpPr>
          <p:nvPr>
            <p:ph type="dt" sz="half" idx="10"/>
          </p:nvPr>
        </p:nvSpPr>
        <p:spPr/>
        <p:txBody>
          <a:bodyPr/>
          <a:lstStyle/>
          <a:p>
            <a:fld id="{384A29A4-78C8-47AB-BA06-22CB45938951}" type="datetime1">
              <a:rPr lang="en-US" smtClean="0"/>
              <a:t>1/31/2026</a:t>
            </a:fld>
            <a:endParaRPr lang="en-US"/>
          </a:p>
        </p:txBody>
      </p:sp>
      <p:sp>
        <p:nvSpPr>
          <p:cNvPr id="6" name="Slide Number Placeholder 5"/>
          <p:cNvSpPr>
            <a:spLocks noGrp="1"/>
          </p:cNvSpPr>
          <p:nvPr>
            <p:ph type="sldNum" sz="quarter" idx="12"/>
          </p:nvPr>
        </p:nvSpPr>
        <p:spPr/>
        <p:txBody>
          <a:bodyPr/>
          <a:lstStyle/>
          <a:p>
            <a:fld id="{E31375A4-56A4-47D6-9801-1991572033F7}" type="slidenum">
              <a:rPr lang="en-US" smtClean="0"/>
              <a:t>‹#›</a:t>
            </a:fld>
            <a:endParaRPr lang="en-US"/>
          </a:p>
        </p:txBody>
      </p:sp>
    </p:spTree>
    <p:extLst>
      <p:ext uri="{BB962C8B-B14F-4D97-AF65-F5344CB8AC3E}">
        <p14:creationId xmlns:p14="http://schemas.microsoft.com/office/powerpoint/2010/main" val="24771542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09314" y="489856"/>
            <a:ext cx="1687286" cy="530134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95399" y="489856"/>
            <a:ext cx="7587344" cy="530134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11"/>
          </p:nvPr>
        </p:nvSpPr>
        <p:spPr/>
        <p:txBody>
          <a:bodyPr/>
          <a:lstStyle/>
          <a:p>
            <a:r>
              <a:rPr lang="en-US" dirty="0"/>
              <a:t>Add a footer</a:t>
            </a:r>
          </a:p>
        </p:txBody>
      </p:sp>
      <p:sp>
        <p:nvSpPr>
          <p:cNvPr id="4" name="Date Placeholder 3"/>
          <p:cNvSpPr>
            <a:spLocks noGrp="1"/>
          </p:cNvSpPr>
          <p:nvPr>
            <p:ph type="dt" sz="half" idx="10"/>
          </p:nvPr>
        </p:nvSpPr>
        <p:spPr/>
        <p:txBody>
          <a:bodyPr/>
          <a:lstStyle/>
          <a:p>
            <a:fld id="{E1ED4ACF-2D82-46F2-A8E9-23963AA34E86}" type="datetime1">
              <a:rPr lang="en-US" smtClean="0"/>
              <a:t>1/31/2026</a:t>
            </a:fld>
            <a:endParaRPr lang="en-US"/>
          </a:p>
        </p:txBody>
      </p:sp>
      <p:sp>
        <p:nvSpPr>
          <p:cNvPr id="6" name="Slide Number Placeholder 5"/>
          <p:cNvSpPr>
            <a:spLocks noGrp="1"/>
          </p:cNvSpPr>
          <p:nvPr>
            <p:ph type="sldNum" sz="quarter" idx="12"/>
          </p:nvPr>
        </p:nvSpPr>
        <p:spPr/>
        <p:txBody>
          <a:bodyPr/>
          <a:lstStyle/>
          <a:p>
            <a:fld id="{E31375A4-56A4-47D6-9801-1991572033F7}" type="slidenum">
              <a:rPr lang="en-US" smtClean="0"/>
              <a:t>‹#›</a:t>
            </a:fld>
            <a:endParaRPr lang="en-US"/>
          </a:p>
        </p:txBody>
      </p:sp>
    </p:spTree>
    <p:extLst>
      <p:ext uri="{BB962C8B-B14F-4D97-AF65-F5344CB8AC3E}">
        <p14:creationId xmlns:p14="http://schemas.microsoft.com/office/powerpoint/2010/main" val="25246350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53000">
              <a:schemeClr val="bg1"/>
            </a:gs>
            <a:gs pos="0">
              <a:schemeClr val="bg1">
                <a:lumMod val="100000"/>
              </a:schemeClr>
            </a:gs>
            <a:gs pos="100000">
              <a:schemeClr val="bg1">
                <a:lumMod val="95000"/>
                <a:alpha val="65000"/>
              </a:schemeClr>
            </a:gs>
          </a:gsLst>
          <a:lin ang="5400000" scaled="1"/>
          <a:tileRect/>
        </a:gradFill>
        <a:effectLst/>
      </p:bgPr>
    </p:bg>
    <p:spTree>
      <p:nvGrpSpPr>
        <p:cNvPr id="1" name=""/>
        <p:cNvGrpSpPr/>
        <p:nvPr/>
      </p:nvGrpSpPr>
      <p:grpSpPr>
        <a:xfrm>
          <a:off x="0" y="0"/>
          <a:ext cx="0" cy="0"/>
          <a:chOff x="0" y="0"/>
          <a:chExt cx="0" cy="0"/>
        </a:xfrm>
      </p:grpSpPr>
      <p:grpSp>
        <p:nvGrpSpPr>
          <p:cNvPr id="96" name="Group 95"/>
          <p:cNvGrpSpPr/>
          <p:nvPr userDrawn="1"/>
        </p:nvGrpSpPr>
        <p:grpSpPr bwMode="hidden">
          <a:xfrm>
            <a:off x="-1" y="-195943"/>
            <a:ext cx="12192002" cy="6858000"/>
            <a:chOff x="-1" y="0"/>
            <a:chExt cx="12192002" cy="6858000"/>
          </a:xfrm>
        </p:grpSpPr>
        <p:cxnSp>
          <p:nvCxnSpPr>
            <p:cNvPr id="97" name="Straight Connector 96"/>
            <p:cNvCxnSpPr/>
            <p:nvPr/>
          </p:nvCxnSpPr>
          <p:spPr bwMode="hidden">
            <a:xfrm>
              <a:off x="610194"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98" name="Straight Connector 97"/>
            <p:cNvCxnSpPr/>
            <p:nvPr/>
          </p:nvCxnSpPr>
          <p:spPr bwMode="hidden">
            <a:xfrm>
              <a:off x="1829332"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99" name="Straight Connector 98"/>
            <p:cNvCxnSpPr/>
            <p:nvPr/>
          </p:nvCxnSpPr>
          <p:spPr bwMode="hidden">
            <a:xfrm>
              <a:off x="3048470"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0" name="Straight Connector 99"/>
            <p:cNvCxnSpPr/>
            <p:nvPr/>
          </p:nvCxnSpPr>
          <p:spPr bwMode="hidden">
            <a:xfrm>
              <a:off x="4267608"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1" name="Straight Connector 100"/>
            <p:cNvCxnSpPr/>
            <p:nvPr/>
          </p:nvCxnSpPr>
          <p:spPr bwMode="hidden">
            <a:xfrm>
              <a:off x="5486746"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2" name="Straight Connector 101"/>
            <p:cNvCxnSpPr/>
            <p:nvPr/>
          </p:nvCxnSpPr>
          <p:spPr bwMode="hidden">
            <a:xfrm>
              <a:off x="6705884"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3" name="Straight Connector 102"/>
            <p:cNvCxnSpPr/>
            <p:nvPr/>
          </p:nvCxnSpPr>
          <p:spPr bwMode="hidden">
            <a:xfrm>
              <a:off x="7925022"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4" name="Straight Connector 103"/>
            <p:cNvCxnSpPr/>
            <p:nvPr/>
          </p:nvCxnSpPr>
          <p:spPr bwMode="hidden">
            <a:xfrm>
              <a:off x="9144160"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5" name="Straight Connector 104"/>
            <p:cNvCxnSpPr/>
            <p:nvPr/>
          </p:nvCxnSpPr>
          <p:spPr bwMode="hidden">
            <a:xfrm>
              <a:off x="10363298"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6" name="Straight Connector 105"/>
            <p:cNvCxnSpPr/>
            <p:nvPr/>
          </p:nvCxnSpPr>
          <p:spPr bwMode="hidden">
            <a:xfrm>
              <a:off x="11582436"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7" name="Straight Connector 106"/>
            <p:cNvCxnSpPr/>
            <p:nvPr/>
          </p:nvCxnSpPr>
          <p:spPr bwMode="hidden">
            <a:xfrm>
              <a:off x="2819" y="386485"/>
              <a:ext cx="12188952" cy="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8" name="Straight Connector 107"/>
            <p:cNvCxnSpPr/>
            <p:nvPr/>
          </p:nvCxnSpPr>
          <p:spPr bwMode="hidden">
            <a:xfrm>
              <a:off x="2819" y="1611181"/>
              <a:ext cx="12188952" cy="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9" name="Straight Connector 108"/>
            <p:cNvCxnSpPr/>
            <p:nvPr/>
          </p:nvCxnSpPr>
          <p:spPr bwMode="hidden">
            <a:xfrm>
              <a:off x="2819" y="2835877"/>
              <a:ext cx="12188952" cy="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0" name="Straight Connector 109"/>
            <p:cNvCxnSpPr/>
            <p:nvPr/>
          </p:nvCxnSpPr>
          <p:spPr bwMode="hidden">
            <a:xfrm>
              <a:off x="2819" y="4060573"/>
              <a:ext cx="12188952" cy="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1" name="Straight Connector 110"/>
            <p:cNvCxnSpPr/>
            <p:nvPr/>
          </p:nvCxnSpPr>
          <p:spPr bwMode="hidden">
            <a:xfrm>
              <a:off x="2819" y="5285269"/>
              <a:ext cx="12188952" cy="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2" name="Straight Connector 111"/>
            <p:cNvCxnSpPr/>
            <p:nvPr/>
          </p:nvCxnSpPr>
          <p:spPr bwMode="hidden">
            <a:xfrm>
              <a:off x="2819" y="6509965"/>
              <a:ext cx="12188952" cy="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113" name="Group 112"/>
            <p:cNvGrpSpPr/>
            <p:nvPr userDrawn="1"/>
          </p:nvGrpSpPr>
          <p:grpSpPr bwMode="hidden">
            <a:xfrm>
              <a:off x="-1" y="0"/>
              <a:ext cx="12192001" cy="6858000"/>
              <a:chOff x="-1" y="0"/>
              <a:chExt cx="12192001" cy="6858000"/>
            </a:xfrm>
          </p:grpSpPr>
          <p:cxnSp>
            <p:nvCxnSpPr>
              <p:cNvPr id="131" name="Straight Connector 130"/>
              <p:cNvCxnSpPr/>
              <p:nvPr/>
            </p:nvCxnSpPr>
            <p:spPr bwMode="hidden">
              <a:xfrm>
                <a:off x="225425"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2" name="Straight Connector 131"/>
              <p:cNvCxnSpPr/>
              <p:nvPr/>
            </p:nvCxnSpPr>
            <p:spPr bwMode="hidden">
              <a:xfrm>
                <a:off x="1449154"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3" name="Straight Connector 132"/>
              <p:cNvCxnSpPr/>
              <p:nvPr/>
            </p:nvCxnSpPr>
            <p:spPr bwMode="hidden">
              <a:xfrm>
                <a:off x="2665982"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4" name="Straight Connector 133"/>
              <p:cNvCxnSpPr/>
              <p:nvPr/>
            </p:nvCxnSpPr>
            <p:spPr bwMode="hidden">
              <a:xfrm>
                <a:off x="3885119"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5" name="Straight Connector 134"/>
              <p:cNvCxnSpPr/>
              <p:nvPr/>
            </p:nvCxnSpPr>
            <p:spPr bwMode="hidden">
              <a:xfrm>
                <a:off x="5106502"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136" name="Group 135"/>
              <p:cNvGrpSpPr/>
              <p:nvPr/>
            </p:nvGrpSpPr>
            <p:grpSpPr bwMode="hidden">
              <a:xfrm>
                <a:off x="6327885" y="0"/>
                <a:ext cx="5864115" cy="5898673"/>
                <a:chOff x="6327885" y="0"/>
                <a:chExt cx="5864115" cy="5898673"/>
              </a:xfrm>
            </p:grpSpPr>
            <p:cxnSp>
              <p:nvCxnSpPr>
                <p:cNvPr id="142" name="Straight Connector 141"/>
                <p:cNvCxnSpPr/>
                <p:nvPr/>
              </p:nvCxnSpPr>
              <p:spPr bwMode="hidden">
                <a:xfrm>
                  <a:off x="6327885" y="0"/>
                  <a:ext cx="5864115" cy="5898673"/>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3" name="Straight Connector 142"/>
                <p:cNvCxnSpPr/>
                <p:nvPr/>
              </p:nvCxnSpPr>
              <p:spPr bwMode="hidden">
                <a:xfrm>
                  <a:off x="7549268" y="0"/>
                  <a:ext cx="4642732" cy="4672425"/>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4" name="Straight Connector 143"/>
                <p:cNvCxnSpPr/>
                <p:nvPr/>
              </p:nvCxnSpPr>
              <p:spPr bwMode="hidden">
                <a:xfrm>
                  <a:off x="8772997" y="0"/>
                  <a:ext cx="3419003" cy="3456749"/>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5" name="Straight Connector 144"/>
                <p:cNvCxnSpPr/>
                <p:nvPr/>
              </p:nvCxnSpPr>
              <p:spPr bwMode="hidden">
                <a:xfrm>
                  <a:off x="9982200" y="0"/>
                  <a:ext cx="2209800" cy="2226469"/>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6" name="Straight Connector 145"/>
                <p:cNvCxnSpPr/>
                <p:nvPr/>
              </p:nvCxnSpPr>
              <p:spPr bwMode="hidden">
                <a:xfrm>
                  <a:off x="11199019" y="0"/>
                  <a:ext cx="992981" cy="1002506"/>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grpSp>
          <p:cxnSp>
            <p:nvCxnSpPr>
              <p:cNvPr id="137" name="Straight Connector 136"/>
              <p:cNvCxnSpPr/>
              <p:nvPr/>
            </p:nvCxnSpPr>
            <p:spPr bwMode="hidden">
              <a:xfrm flipH="1" flipV="1">
                <a:off x="-1" y="1012053"/>
                <a:ext cx="5828811" cy="5845945"/>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8" name="Straight Connector 137"/>
              <p:cNvCxnSpPr/>
              <p:nvPr/>
            </p:nvCxnSpPr>
            <p:spPr bwMode="hidden">
              <a:xfrm flipH="1" flipV="1">
                <a:off x="-1" y="2227340"/>
                <a:ext cx="4614781" cy="4630658"/>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9" name="Straight Connector 138"/>
              <p:cNvCxnSpPr/>
              <p:nvPr/>
            </p:nvCxnSpPr>
            <p:spPr bwMode="hidden">
              <a:xfrm flipH="1" flipV="1">
                <a:off x="-1" y="3432149"/>
                <a:ext cx="3398419" cy="3425849"/>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0" name="Straight Connector 139"/>
              <p:cNvCxnSpPr/>
              <p:nvPr/>
            </p:nvCxnSpPr>
            <p:spPr bwMode="hidden">
              <a:xfrm flipH="1" flipV="1">
                <a:off x="-1" y="4651431"/>
                <a:ext cx="2196496" cy="2206567"/>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1" name="Straight Connector 140"/>
              <p:cNvCxnSpPr/>
              <p:nvPr/>
            </p:nvCxnSpPr>
            <p:spPr bwMode="hidden">
              <a:xfrm flipH="1" flipV="1">
                <a:off x="-1" y="5864453"/>
                <a:ext cx="987003" cy="993545"/>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grpSp>
        <p:grpSp>
          <p:nvGrpSpPr>
            <p:cNvPr id="114" name="Group 113"/>
            <p:cNvGrpSpPr/>
            <p:nvPr userDrawn="1"/>
          </p:nvGrpSpPr>
          <p:grpSpPr bwMode="hidden">
            <a:xfrm flipH="1">
              <a:off x="0" y="0"/>
              <a:ext cx="12192001" cy="6858000"/>
              <a:chOff x="-1" y="0"/>
              <a:chExt cx="12192001" cy="6858000"/>
            </a:xfrm>
          </p:grpSpPr>
          <p:cxnSp>
            <p:nvCxnSpPr>
              <p:cNvPr id="115" name="Straight Connector 114"/>
              <p:cNvCxnSpPr/>
              <p:nvPr/>
            </p:nvCxnSpPr>
            <p:spPr bwMode="hidden">
              <a:xfrm>
                <a:off x="225425"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6" name="Straight Connector 115"/>
              <p:cNvCxnSpPr/>
              <p:nvPr/>
            </p:nvCxnSpPr>
            <p:spPr bwMode="hidden">
              <a:xfrm>
                <a:off x="1449154"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7" name="Straight Connector 116"/>
              <p:cNvCxnSpPr/>
              <p:nvPr/>
            </p:nvCxnSpPr>
            <p:spPr bwMode="hidden">
              <a:xfrm>
                <a:off x="2665982"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8" name="Straight Connector 117"/>
              <p:cNvCxnSpPr/>
              <p:nvPr/>
            </p:nvCxnSpPr>
            <p:spPr bwMode="hidden">
              <a:xfrm>
                <a:off x="3885119"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9" name="Straight Connector 118"/>
              <p:cNvCxnSpPr/>
              <p:nvPr/>
            </p:nvCxnSpPr>
            <p:spPr bwMode="hidden">
              <a:xfrm>
                <a:off x="5106502"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120" name="Group 119"/>
              <p:cNvGrpSpPr/>
              <p:nvPr/>
            </p:nvGrpSpPr>
            <p:grpSpPr bwMode="hidden">
              <a:xfrm>
                <a:off x="6327885" y="0"/>
                <a:ext cx="5864115" cy="5898673"/>
                <a:chOff x="6327885" y="0"/>
                <a:chExt cx="5864115" cy="5898673"/>
              </a:xfrm>
            </p:grpSpPr>
            <p:cxnSp>
              <p:nvCxnSpPr>
                <p:cNvPr id="126" name="Straight Connector 125"/>
                <p:cNvCxnSpPr/>
                <p:nvPr/>
              </p:nvCxnSpPr>
              <p:spPr bwMode="hidden">
                <a:xfrm>
                  <a:off x="6327885" y="0"/>
                  <a:ext cx="5864115" cy="5898673"/>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7" name="Straight Connector 126"/>
                <p:cNvCxnSpPr/>
                <p:nvPr/>
              </p:nvCxnSpPr>
              <p:spPr bwMode="hidden">
                <a:xfrm>
                  <a:off x="7549268" y="0"/>
                  <a:ext cx="4642732" cy="4672425"/>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8" name="Straight Connector 127"/>
                <p:cNvCxnSpPr/>
                <p:nvPr/>
              </p:nvCxnSpPr>
              <p:spPr bwMode="hidden">
                <a:xfrm>
                  <a:off x="8772997" y="0"/>
                  <a:ext cx="3419003" cy="3456749"/>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9" name="Straight Connector 128"/>
                <p:cNvCxnSpPr/>
                <p:nvPr/>
              </p:nvCxnSpPr>
              <p:spPr bwMode="hidden">
                <a:xfrm>
                  <a:off x="9982200" y="0"/>
                  <a:ext cx="2209800" cy="2226469"/>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0" name="Straight Connector 129"/>
                <p:cNvCxnSpPr/>
                <p:nvPr/>
              </p:nvCxnSpPr>
              <p:spPr bwMode="hidden">
                <a:xfrm>
                  <a:off x="11199019" y="0"/>
                  <a:ext cx="992981" cy="1002506"/>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grpSp>
          <p:cxnSp>
            <p:nvCxnSpPr>
              <p:cNvPr id="121" name="Straight Connector 120"/>
              <p:cNvCxnSpPr/>
              <p:nvPr/>
            </p:nvCxnSpPr>
            <p:spPr bwMode="hidden">
              <a:xfrm flipH="1" flipV="1">
                <a:off x="-1" y="1012053"/>
                <a:ext cx="5828811" cy="5845945"/>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2" name="Straight Connector 121"/>
              <p:cNvCxnSpPr/>
              <p:nvPr/>
            </p:nvCxnSpPr>
            <p:spPr bwMode="hidden">
              <a:xfrm flipH="1" flipV="1">
                <a:off x="-1" y="2227340"/>
                <a:ext cx="4614781" cy="4630658"/>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3" name="Straight Connector 122"/>
              <p:cNvCxnSpPr/>
              <p:nvPr/>
            </p:nvCxnSpPr>
            <p:spPr bwMode="hidden">
              <a:xfrm flipH="1" flipV="1">
                <a:off x="-1" y="3432149"/>
                <a:ext cx="3398419" cy="3425849"/>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4" name="Straight Connector 123"/>
              <p:cNvCxnSpPr/>
              <p:nvPr/>
            </p:nvCxnSpPr>
            <p:spPr bwMode="hidden">
              <a:xfrm flipH="1" flipV="1">
                <a:off x="-1" y="4651431"/>
                <a:ext cx="2196496" cy="2206567"/>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5" name="Straight Connector 124"/>
              <p:cNvCxnSpPr/>
              <p:nvPr/>
            </p:nvCxnSpPr>
            <p:spPr bwMode="hidden">
              <a:xfrm flipH="1" flipV="1">
                <a:off x="-1" y="5864453"/>
                <a:ext cx="987003" cy="993545"/>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grpSp>
      </p:grpSp>
      <p:sp>
        <p:nvSpPr>
          <p:cNvPr id="2" name="Title Placeholder 1"/>
          <p:cNvSpPr>
            <a:spLocks noGrp="1"/>
          </p:cNvSpPr>
          <p:nvPr>
            <p:ph type="title"/>
          </p:nvPr>
        </p:nvSpPr>
        <p:spPr>
          <a:xfrm>
            <a:off x="1295400" y="503853"/>
            <a:ext cx="9601200" cy="1142385"/>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295400" y="1981201"/>
            <a:ext cx="9601200" cy="3809999"/>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48" name="Straight Connector 147"/>
          <p:cNvCxnSpPr/>
          <p:nvPr userDrawn="1"/>
        </p:nvCxnSpPr>
        <p:spPr>
          <a:xfrm>
            <a:off x="609600" y="6172200"/>
            <a:ext cx="10972800" cy="0"/>
          </a:xfrm>
          <a:prstGeom prst="line">
            <a:avLst/>
          </a:prstGeom>
          <a:ln w="127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5" name="Footer Placeholder 4"/>
          <p:cNvSpPr>
            <a:spLocks noGrp="1"/>
          </p:cNvSpPr>
          <p:nvPr>
            <p:ph type="ftr" sz="quarter" idx="3"/>
          </p:nvPr>
        </p:nvSpPr>
        <p:spPr>
          <a:xfrm>
            <a:off x="609601" y="6289679"/>
            <a:ext cx="6128030" cy="222436"/>
          </a:xfrm>
          <a:prstGeom prst="rect">
            <a:avLst/>
          </a:prstGeom>
        </p:spPr>
        <p:txBody>
          <a:bodyPr vert="horz" lIns="91440" tIns="45720" rIns="91440" bIns="45720" rtlCol="0" anchor="ctr"/>
          <a:lstStyle>
            <a:lvl1pPr algn="l">
              <a:defRPr sz="1100">
                <a:solidFill>
                  <a:schemeClr val="tx1">
                    <a:lumMod val="90000"/>
                    <a:lumOff val="10000"/>
                  </a:schemeClr>
                </a:solidFill>
              </a:defRPr>
            </a:lvl1pPr>
          </a:lstStyle>
          <a:p>
            <a:r>
              <a:rPr lang="en-US" dirty="0"/>
              <a:t>Add a footer</a:t>
            </a:r>
          </a:p>
        </p:txBody>
      </p:sp>
      <p:sp>
        <p:nvSpPr>
          <p:cNvPr id="4" name="Date Placeholder 3"/>
          <p:cNvSpPr>
            <a:spLocks noGrp="1"/>
          </p:cNvSpPr>
          <p:nvPr>
            <p:ph type="dt" sz="half" idx="2"/>
          </p:nvPr>
        </p:nvSpPr>
        <p:spPr>
          <a:xfrm>
            <a:off x="9294042" y="6289679"/>
            <a:ext cx="965946" cy="222436"/>
          </a:xfrm>
          <a:prstGeom prst="rect">
            <a:avLst/>
          </a:prstGeom>
        </p:spPr>
        <p:txBody>
          <a:bodyPr vert="horz" lIns="91440" tIns="45720" rIns="91440" bIns="45720" rtlCol="0" anchor="ctr"/>
          <a:lstStyle>
            <a:lvl1pPr algn="r">
              <a:defRPr sz="1100">
                <a:solidFill>
                  <a:schemeClr val="tx1">
                    <a:lumMod val="90000"/>
                    <a:lumOff val="10000"/>
                  </a:schemeClr>
                </a:solidFill>
              </a:defRPr>
            </a:lvl1pPr>
          </a:lstStyle>
          <a:p>
            <a:fld id="{B51B2453-8663-4C69-AF73-9FD7B1DEC5D0}" type="datetime1">
              <a:rPr lang="en-US" smtClean="0"/>
              <a:pPr/>
              <a:t>1/31/2026</a:t>
            </a:fld>
            <a:endParaRPr lang="en-US" dirty="0"/>
          </a:p>
        </p:txBody>
      </p:sp>
      <p:sp>
        <p:nvSpPr>
          <p:cNvPr id="6" name="Slide Number Placeholder 5"/>
          <p:cNvSpPr>
            <a:spLocks noGrp="1"/>
          </p:cNvSpPr>
          <p:nvPr>
            <p:ph type="sldNum" sz="quarter" idx="4"/>
          </p:nvPr>
        </p:nvSpPr>
        <p:spPr>
          <a:xfrm>
            <a:off x="10665311" y="6289679"/>
            <a:ext cx="918882" cy="222436"/>
          </a:xfrm>
          <a:prstGeom prst="rect">
            <a:avLst/>
          </a:prstGeom>
        </p:spPr>
        <p:txBody>
          <a:bodyPr vert="horz" lIns="91440" tIns="45720" rIns="91440" bIns="45720" rtlCol="0" anchor="ctr"/>
          <a:lstStyle>
            <a:lvl1pPr algn="r">
              <a:defRPr sz="1100">
                <a:solidFill>
                  <a:schemeClr val="tx1">
                    <a:lumMod val="90000"/>
                    <a:lumOff val="10000"/>
                  </a:schemeClr>
                </a:solidFill>
              </a:defRPr>
            </a:lvl1pPr>
          </a:lstStyle>
          <a:p>
            <a:fld id="{E31375A4-56A4-47D6-9801-1991572033F7}" type="slidenum">
              <a:rPr lang="en-US" smtClean="0"/>
              <a:pPr/>
              <a:t>‹#›</a:t>
            </a:fld>
            <a:endParaRPr lang="en-US" dirty="0"/>
          </a:p>
        </p:txBody>
      </p:sp>
    </p:spTree>
    <p:extLst>
      <p:ext uri="{BB962C8B-B14F-4D97-AF65-F5344CB8AC3E}">
        <p14:creationId xmlns:p14="http://schemas.microsoft.com/office/powerpoint/2010/main" val="194325986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9" r:id="rId9"/>
    <p:sldLayoutId id="2147483658" r:id="rId10"/>
    <p:sldLayoutId id="2147483659"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txStyles>
    <p:titleStyle>
      <a:lvl1pPr algn="l" defTabSz="914400" rtl="0" eaLnBrk="1" latinLnBrk="0" hangingPunct="1">
        <a:lnSpc>
          <a:spcPct val="90000"/>
        </a:lnSpc>
        <a:spcBef>
          <a:spcPct val="0"/>
        </a:spcBef>
        <a:buNone/>
        <a:defRPr sz="3200" b="1" kern="1200">
          <a:solidFill>
            <a:schemeClr val="accent1">
              <a:lumMod val="75000"/>
            </a:schemeClr>
          </a:solidFill>
          <a:latin typeface="+mj-lt"/>
          <a:ea typeface="+mj-ea"/>
          <a:cs typeface="+mj-cs"/>
        </a:defRPr>
      </a:lvl1pPr>
    </p:titleStyle>
    <p:bodyStyle>
      <a:lvl1pPr marL="228600" indent="-228600" algn="l" defTabSz="914400" rtl="0" eaLnBrk="1" latinLnBrk="0" hangingPunct="1">
        <a:lnSpc>
          <a:spcPct val="90000"/>
        </a:lnSpc>
        <a:spcBef>
          <a:spcPts val="1800"/>
        </a:spcBef>
        <a:buClr>
          <a:schemeClr val="accent1">
            <a:lumMod val="75000"/>
          </a:schemeClr>
        </a:buClr>
        <a:buSzPct val="100000"/>
        <a:buFont typeface="Arial" pitchFamily="34" charset="0"/>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1200"/>
        </a:spcBef>
        <a:buClr>
          <a:schemeClr val="accent1">
            <a:lumMod val="75000"/>
          </a:schemeClr>
        </a:buClr>
        <a:buSzPct val="100000"/>
        <a:buFont typeface="Arial" pitchFamily="34" charset="0"/>
        <a:buChar char="▪"/>
        <a:defRPr sz="1800" kern="1200">
          <a:solidFill>
            <a:schemeClr val="tx1"/>
          </a:solidFill>
          <a:latin typeface="+mn-lt"/>
          <a:ea typeface="+mn-ea"/>
          <a:cs typeface="+mn-cs"/>
        </a:defRPr>
      </a:lvl2pPr>
      <a:lvl3pPr marL="685800" indent="-179388" algn="l" defTabSz="914400" rtl="0" eaLnBrk="1" latinLnBrk="0" hangingPunct="1">
        <a:lnSpc>
          <a:spcPct val="90000"/>
        </a:lnSpc>
        <a:spcBef>
          <a:spcPts val="800"/>
        </a:spcBef>
        <a:buClr>
          <a:schemeClr val="accent1">
            <a:lumMod val="75000"/>
          </a:schemeClr>
        </a:buClr>
        <a:buSzPct val="100000"/>
        <a:buFont typeface="Arial" pitchFamily="34" charset="0"/>
        <a:buChar char="▪"/>
        <a:defRPr sz="1600" kern="1200">
          <a:solidFill>
            <a:schemeClr val="tx1"/>
          </a:solidFill>
          <a:latin typeface="+mn-lt"/>
          <a:ea typeface="+mn-ea"/>
          <a:cs typeface="+mn-cs"/>
        </a:defRPr>
      </a:lvl3pPr>
      <a:lvl4pPr marL="914400" indent="-182880" algn="l" defTabSz="914400" rtl="0" eaLnBrk="1" latinLnBrk="0" hangingPunct="1">
        <a:lnSpc>
          <a:spcPct val="90000"/>
        </a:lnSpc>
        <a:spcBef>
          <a:spcPts val="8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4pPr>
      <a:lvl5pPr marL="1143000" indent="-179388"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5pPr>
      <a:lvl6pPr marL="1371600" indent="-182880"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6pPr>
      <a:lvl7pPr marL="1600200" indent="-179388"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7pPr>
      <a:lvl8pPr marL="1828800" indent="-182880"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8pPr>
      <a:lvl9pPr marL="1878012" indent="0" algn="l" defTabSz="914400" rtl="0" eaLnBrk="1" latinLnBrk="0" hangingPunct="1">
        <a:lnSpc>
          <a:spcPct val="90000"/>
        </a:lnSpc>
        <a:spcBef>
          <a:spcPts val="600"/>
        </a:spcBef>
        <a:buClr>
          <a:schemeClr val="accent1">
            <a:lumMod val="75000"/>
          </a:schemeClr>
        </a:buClr>
        <a:buSzPct val="100000"/>
        <a:buFont typeface="Arial" pitchFamily="34" charset="0"/>
        <a:buNone/>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7.xml"/><Relationship Id="rId4" Type="http://schemas.openxmlformats.org/officeDocument/2006/relationships/image" Target="../media/image1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hyperlink" Target="https://github.com/Argon2002/DC_Assignment1.git" TargetMode="Externa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93845" y="3429000"/>
            <a:ext cx="9604310" cy="1354964"/>
          </a:xfrm>
        </p:spPr>
        <p:txBody>
          <a:bodyPr>
            <a:normAutofit/>
          </a:bodyPr>
          <a:lstStyle/>
          <a:p>
            <a:r>
              <a:rPr lang="en-US" dirty="0"/>
              <a:t>Assignment 1</a:t>
            </a:r>
          </a:p>
        </p:txBody>
      </p:sp>
      <p:sp>
        <p:nvSpPr>
          <p:cNvPr id="3" name="Subtitle 2"/>
          <p:cNvSpPr>
            <a:spLocks noGrp="1"/>
          </p:cNvSpPr>
          <p:nvPr>
            <p:ph type="subTitle" idx="1"/>
          </p:nvPr>
        </p:nvSpPr>
        <p:spPr/>
        <p:txBody>
          <a:bodyPr>
            <a:normAutofit fontScale="92500"/>
          </a:bodyPr>
          <a:lstStyle/>
          <a:p>
            <a:r>
              <a:rPr lang="en-US" dirty="0"/>
              <a:t>Distributed Computing – Mohammad Hossein Mahrooghi – </a:t>
            </a:r>
            <a:r>
              <a:rPr lang="en-US" dirty="0" err="1"/>
              <a:t>Universita</a:t>
            </a:r>
            <a:r>
              <a:rPr lang="en-US" dirty="0"/>
              <a:t> di Genova 2026</a:t>
            </a:r>
          </a:p>
        </p:txBody>
      </p:sp>
    </p:spTree>
    <p:extLst>
      <p:ext uri="{BB962C8B-B14F-4D97-AF65-F5344CB8AC3E}">
        <p14:creationId xmlns:p14="http://schemas.microsoft.com/office/powerpoint/2010/main" val="1069049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95400" y="248215"/>
            <a:ext cx="9601200" cy="1142385"/>
          </a:xfrm>
        </p:spPr>
        <p:txBody>
          <a:bodyPr/>
          <a:lstStyle/>
          <a:p>
            <a:r>
              <a:rPr lang="en-US" dirty="0"/>
              <a:t>Introduction</a:t>
            </a:r>
          </a:p>
        </p:txBody>
      </p:sp>
      <p:sp>
        <p:nvSpPr>
          <p:cNvPr id="3" name="Content Placeholder 2"/>
          <p:cNvSpPr>
            <a:spLocks noGrp="1"/>
          </p:cNvSpPr>
          <p:nvPr>
            <p:ph idx="1"/>
          </p:nvPr>
        </p:nvSpPr>
        <p:spPr>
          <a:xfrm>
            <a:off x="1295400" y="1678910"/>
            <a:ext cx="9726561" cy="4626076"/>
          </a:xfrm>
        </p:spPr>
        <p:txBody>
          <a:bodyPr>
            <a:noAutofit/>
          </a:bodyPr>
          <a:lstStyle/>
          <a:p>
            <a:pPr algn="just"/>
            <a:r>
              <a:rPr lang="en-US" sz="1600" dirty="0"/>
              <a:t>In this assignment, as required, we study the behavior of jobs executed in multiple queues and analyze their performance under different load balancing strategies, with a particular focus on the supermarket (power-of-d choices) method.</a:t>
            </a:r>
          </a:p>
          <a:p>
            <a:pPr algn="just"/>
            <a:r>
              <a:rPr lang="en-US" sz="1600" dirty="0"/>
              <a:t>We first analyze the system under the standard memoryless assumption, where job inter-arrival times and service times follow exponential distributions.</a:t>
            </a:r>
          </a:p>
          <a:p>
            <a:pPr algn="just"/>
            <a:r>
              <a:rPr lang="en-US" sz="1600" dirty="0"/>
              <a:t>The simulation results obtained under this setting are compared with the theoretical results presented in the course.</a:t>
            </a:r>
          </a:p>
          <a:p>
            <a:pPr algn="just"/>
            <a:r>
              <a:rPr lang="en-US" sz="1600" dirty="0"/>
              <a:t>We then extend the analysis by modeling job arrivals and service times using Weibull distributions, allowing us to study non-memoryless workloads and evaluate how different workload characteristics impact the system behavior.</a:t>
            </a:r>
          </a:p>
          <a:p>
            <a:pPr algn="just">
              <a:lnSpc>
                <a:spcPct val="150000"/>
              </a:lnSpc>
            </a:pPr>
            <a:r>
              <a:rPr lang="en-US" sz="1600" dirty="0"/>
              <a:t>Finally, we analyze an additional extension introduced in the simulator and discuss its effects on system performance and trade-offs.</a:t>
            </a:r>
            <a:endParaRPr lang="fa-IR" sz="1600" dirty="0"/>
          </a:p>
          <a:p>
            <a:pPr marL="0" indent="0" algn="just">
              <a:lnSpc>
                <a:spcPct val="150000"/>
              </a:lnSpc>
              <a:buNone/>
            </a:pPr>
            <a:r>
              <a:rPr lang="en-US" sz="1400" i="1" dirty="0"/>
              <a:t>Implementation details and execution parameters are reported in the Appendix.</a:t>
            </a:r>
            <a:endParaRPr lang="en-US" sz="1400" dirty="0"/>
          </a:p>
          <a:p>
            <a:pPr algn="just"/>
            <a:endParaRPr lang="fa-IR" sz="1600" dirty="0"/>
          </a:p>
          <a:p>
            <a:pPr algn="just"/>
            <a:endParaRPr lang="en-US" sz="1600" dirty="0"/>
          </a:p>
        </p:txBody>
      </p:sp>
    </p:spTree>
    <p:extLst>
      <p:ext uri="{BB962C8B-B14F-4D97-AF65-F5344CB8AC3E}">
        <p14:creationId xmlns:p14="http://schemas.microsoft.com/office/powerpoint/2010/main" val="39846177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097655-6A31-1FB0-BEB7-0C2EDA16D049}"/>
              </a:ext>
            </a:extLst>
          </p:cNvPr>
          <p:cNvSpPr txBox="1">
            <a:spLocks/>
          </p:cNvSpPr>
          <p:nvPr/>
        </p:nvSpPr>
        <p:spPr>
          <a:xfrm>
            <a:off x="589935" y="533350"/>
            <a:ext cx="9601200" cy="1142385"/>
          </a:xfrm>
          <a:prstGeom prst="rect">
            <a:avLst/>
          </a:prstGeom>
        </p:spPr>
        <p:txBody>
          <a:bodyPr/>
          <a:lstStyle>
            <a:lvl1pPr algn="l" defTabSz="914400" rtl="0" eaLnBrk="1" latinLnBrk="0" hangingPunct="1">
              <a:lnSpc>
                <a:spcPct val="90000"/>
              </a:lnSpc>
              <a:spcBef>
                <a:spcPct val="0"/>
              </a:spcBef>
              <a:buNone/>
              <a:defRPr sz="3200" b="1" kern="1200">
                <a:solidFill>
                  <a:schemeClr val="accent1">
                    <a:lumMod val="75000"/>
                  </a:schemeClr>
                </a:solidFill>
                <a:latin typeface="+mj-lt"/>
                <a:ea typeface="+mj-ea"/>
                <a:cs typeface="+mj-cs"/>
              </a:defRPr>
            </a:lvl1pPr>
          </a:lstStyle>
          <a:p>
            <a:r>
              <a:rPr lang="en-US" dirty="0"/>
              <a:t>Experiments</a:t>
            </a:r>
            <a:endParaRPr lang="fa-IR" dirty="0"/>
          </a:p>
          <a:p>
            <a:endParaRPr lang="fa-IR" dirty="0"/>
          </a:p>
          <a:p>
            <a:r>
              <a:rPr lang="en-US" sz="1400" dirty="0"/>
              <a:t>Experimental evaluation under exponential (memoryless) workloads.</a:t>
            </a:r>
          </a:p>
          <a:p>
            <a:endParaRPr lang="en-US" dirty="0"/>
          </a:p>
        </p:txBody>
      </p:sp>
      <p:sp>
        <p:nvSpPr>
          <p:cNvPr id="3" name="Content Placeholder 2">
            <a:extLst>
              <a:ext uri="{FF2B5EF4-FFF2-40B4-BE49-F238E27FC236}">
                <a16:creationId xmlns:a16="http://schemas.microsoft.com/office/drawing/2014/main" id="{095BBEAD-9CBC-5B93-C120-01F3218DF769}"/>
              </a:ext>
            </a:extLst>
          </p:cNvPr>
          <p:cNvSpPr txBox="1">
            <a:spLocks/>
          </p:cNvSpPr>
          <p:nvPr/>
        </p:nvSpPr>
        <p:spPr>
          <a:xfrm>
            <a:off x="589935" y="1978792"/>
            <a:ext cx="9601199" cy="4345858"/>
          </a:xfrm>
          <a:prstGeom prst="rect">
            <a:avLst/>
          </a:prstGeom>
        </p:spPr>
        <p:txBody>
          <a:bodyPr>
            <a:noAutofit/>
          </a:bodyPr>
          <a:lstStyle>
            <a:lvl1pPr marL="228600" indent="-228600" algn="l" defTabSz="914400" rtl="0" eaLnBrk="1" latinLnBrk="0" hangingPunct="1">
              <a:lnSpc>
                <a:spcPct val="90000"/>
              </a:lnSpc>
              <a:spcBef>
                <a:spcPts val="1800"/>
              </a:spcBef>
              <a:buClr>
                <a:schemeClr val="accent1">
                  <a:lumMod val="75000"/>
                </a:schemeClr>
              </a:buClr>
              <a:buSzPct val="100000"/>
              <a:buFont typeface="Arial" pitchFamily="34" charset="0"/>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1200"/>
              </a:spcBef>
              <a:buClr>
                <a:schemeClr val="accent1">
                  <a:lumMod val="75000"/>
                </a:schemeClr>
              </a:buClr>
              <a:buSzPct val="100000"/>
              <a:buFont typeface="Arial" pitchFamily="34" charset="0"/>
              <a:buChar char="▪"/>
              <a:defRPr sz="1800" kern="1200">
                <a:solidFill>
                  <a:schemeClr val="tx1"/>
                </a:solidFill>
                <a:latin typeface="+mn-lt"/>
                <a:ea typeface="+mn-ea"/>
                <a:cs typeface="+mn-cs"/>
              </a:defRPr>
            </a:lvl2pPr>
            <a:lvl3pPr marL="685800" indent="-179388" algn="l" defTabSz="914400" rtl="0" eaLnBrk="1" latinLnBrk="0" hangingPunct="1">
              <a:lnSpc>
                <a:spcPct val="90000"/>
              </a:lnSpc>
              <a:spcBef>
                <a:spcPts val="800"/>
              </a:spcBef>
              <a:buClr>
                <a:schemeClr val="accent1">
                  <a:lumMod val="75000"/>
                </a:schemeClr>
              </a:buClr>
              <a:buSzPct val="100000"/>
              <a:buFont typeface="Arial" pitchFamily="34" charset="0"/>
              <a:buChar char="▪"/>
              <a:defRPr sz="1600" kern="1200">
                <a:solidFill>
                  <a:schemeClr val="tx1"/>
                </a:solidFill>
                <a:latin typeface="+mn-lt"/>
                <a:ea typeface="+mn-ea"/>
                <a:cs typeface="+mn-cs"/>
              </a:defRPr>
            </a:lvl3pPr>
            <a:lvl4pPr marL="914400" indent="-182880" algn="l" defTabSz="914400" rtl="0" eaLnBrk="1" latinLnBrk="0" hangingPunct="1">
              <a:lnSpc>
                <a:spcPct val="90000"/>
              </a:lnSpc>
              <a:spcBef>
                <a:spcPts val="8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4pPr>
            <a:lvl5pPr marL="1143000" indent="-179388"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5pPr>
            <a:lvl6pPr marL="1371600" indent="-182880"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6pPr>
            <a:lvl7pPr marL="1600200" indent="-179388"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7pPr>
            <a:lvl8pPr marL="1828800" indent="-182880"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8pPr>
            <a:lvl9pPr marL="1878012" indent="0" algn="l" defTabSz="914400" rtl="0" eaLnBrk="1" latinLnBrk="0" hangingPunct="1">
              <a:lnSpc>
                <a:spcPct val="90000"/>
              </a:lnSpc>
              <a:spcBef>
                <a:spcPts val="600"/>
              </a:spcBef>
              <a:buClr>
                <a:schemeClr val="accent1">
                  <a:lumMod val="75000"/>
                </a:schemeClr>
              </a:buClr>
              <a:buSzPct val="100000"/>
              <a:buFont typeface="Arial" pitchFamily="34" charset="0"/>
              <a:buNone/>
              <a:defRPr sz="1400" kern="1200">
                <a:solidFill>
                  <a:schemeClr val="tx1"/>
                </a:solidFill>
                <a:latin typeface="+mn-lt"/>
                <a:ea typeface="+mn-ea"/>
                <a:cs typeface="+mn-cs"/>
              </a:defRPr>
            </a:lvl9pPr>
          </a:lstStyle>
          <a:p>
            <a:pPr marL="0" indent="0" algn="just">
              <a:lnSpc>
                <a:spcPct val="150000"/>
              </a:lnSpc>
              <a:buNone/>
            </a:pPr>
            <a:r>
              <a:rPr lang="en-US" sz="1400" dirty="0"/>
              <a:t>Following peer review feedback, we fixed the random seed (seed = 1) to ensure reproducibility of the experiments.</a:t>
            </a:r>
          </a:p>
          <a:p>
            <a:pPr marL="0" indent="0" algn="just">
              <a:lnSpc>
                <a:spcPct val="150000"/>
              </a:lnSpc>
              <a:buNone/>
            </a:pPr>
            <a:endParaRPr lang="en-US" sz="1400" dirty="0"/>
          </a:p>
          <a:p>
            <a:pPr marL="0" indent="0" algn="just">
              <a:lnSpc>
                <a:spcPct val="150000"/>
              </a:lnSpc>
              <a:buNone/>
            </a:pPr>
            <a:r>
              <a:rPr lang="en-US" sz="1400" dirty="0"/>
              <a:t>We first validate the simulator using d = 1, which corresponds to random assignment.</a:t>
            </a:r>
          </a:p>
          <a:p>
            <a:pPr marL="0" indent="0" algn="just">
              <a:lnSpc>
                <a:spcPct val="150000"/>
              </a:lnSpc>
              <a:buNone/>
            </a:pPr>
            <a:r>
              <a:rPr lang="en-US" sz="1400" dirty="0"/>
              <a:t>The experimentally observed queue length distribution closely matches the theoretical results.</a:t>
            </a:r>
          </a:p>
          <a:p>
            <a:pPr marL="0" indent="0" algn="just">
              <a:lnSpc>
                <a:spcPct val="150000"/>
              </a:lnSpc>
              <a:buNone/>
            </a:pPr>
            <a:endParaRPr lang="en-US" sz="1400" dirty="0"/>
          </a:p>
          <a:p>
            <a:pPr marL="0" indent="0" algn="just">
              <a:lnSpc>
                <a:spcPct val="150000"/>
              </a:lnSpc>
              <a:buNone/>
            </a:pPr>
            <a:r>
              <a:rPr lang="en-US" sz="1400" dirty="0"/>
              <a:t>We then repeat the experiments for increasing values of d (d = 2, 5, 10).</a:t>
            </a:r>
          </a:p>
          <a:p>
            <a:pPr marL="0" indent="0" algn="just">
              <a:lnSpc>
                <a:spcPct val="150000"/>
              </a:lnSpc>
              <a:buNone/>
            </a:pPr>
            <a:r>
              <a:rPr lang="en-US" sz="1400" dirty="0"/>
              <a:t>As d increases, the probability of observing long queues decreases significantly,</a:t>
            </a:r>
          </a:p>
          <a:p>
            <a:pPr marL="0" indent="0" algn="just">
              <a:lnSpc>
                <a:spcPct val="150000"/>
              </a:lnSpc>
              <a:buNone/>
            </a:pPr>
            <a:r>
              <a:rPr lang="en-US" sz="1400" dirty="0"/>
              <a:t>confirming the effectiveness of the supermarket (power-of-d choices) method.</a:t>
            </a:r>
            <a:endParaRPr lang="en-US" sz="1600" dirty="0"/>
          </a:p>
        </p:txBody>
      </p:sp>
    </p:spTree>
    <p:extLst>
      <p:ext uri="{BB962C8B-B14F-4D97-AF65-F5344CB8AC3E}">
        <p14:creationId xmlns:p14="http://schemas.microsoft.com/office/powerpoint/2010/main" val="18147634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6DC20932-3224-DBA7-18A7-1F6BF75EC023}"/>
              </a:ext>
            </a:extLst>
          </p:cNvPr>
          <p:cNvSpPr txBox="1">
            <a:spLocks/>
          </p:cNvSpPr>
          <p:nvPr/>
        </p:nvSpPr>
        <p:spPr>
          <a:xfrm>
            <a:off x="540774" y="5233269"/>
            <a:ext cx="4060723" cy="823402"/>
          </a:xfrm>
          <a:prstGeom prst="rect">
            <a:avLst/>
          </a:prstGeom>
        </p:spPr>
        <p:txBody>
          <a:bodyPr>
            <a:noAutofit/>
          </a:bodyPr>
          <a:lstStyle>
            <a:lvl1pPr marL="228600" indent="-228600" algn="l" defTabSz="914400" rtl="0" eaLnBrk="1" latinLnBrk="0" hangingPunct="1">
              <a:lnSpc>
                <a:spcPct val="90000"/>
              </a:lnSpc>
              <a:spcBef>
                <a:spcPts val="1800"/>
              </a:spcBef>
              <a:buClr>
                <a:schemeClr val="accent1">
                  <a:lumMod val="75000"/>
                </a:schemeClr>
              </a:buClr>
              <a:buSzPct val="100000"/>
              <a:buFont typeface="Arial" pitchFamily="34" charset="0"/>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1200"/>
              </a:spcBef>
              <a:buClr>
                <a:schemeClr val="accent1">
                  <a:lumMod val="75000"/>
                </a:schemeClr>
              </a:buClr>
              <a:buSzPct val="100000"/>
              <a:buFont typeface="Arial" pitchFamily="34" charset="0"/>
              <a:buChar char="▪"/>
              <a:defRPr sz="1800" kern="1200">
                <a:solidFill>
                  <a:schemeClr val="tx1"/>
                </a:solidFill>
                <a:latin typeface="+mn-lt"/>
                <a:ea typeface="+mn-ea"/>
                <a:cs typeface="+mn-cs"/>
              </a:defRPr>
            </a:lvl2pPr>
            <a:lvl3pPr marL="685800" indent="-179388" algn="l" defTabSz="914400" rtl="0" eaLnBrk="1" latinLnBrk="0" hangingPunct="1">
              <a:lnSpc>
                <a:spcPct val="90000"/>
              </a:lnSpc>
              <a:spcBef>
                <a:spcPts val="800"/>
              </a:spcBef>
              <a:buClr>
                <a:schemeClr val="accent1">
                  <a:lumMod val="75000"/>
                </a:schemeClr>
              </a:buClr>
              <a:buSzPct val="100000"/>
              <a:buFont typeface="Arial" pitchFamily="34" charset="0"/>
              <a:buChar char="▪"/>
              <a:defRPr sz="1600" kern="1200">
                <a:solidFill>
                  <a:schemeClr val="tx1"/>
                </a:solidFill>
                <a:latin typeface="+mn-lt"/>
                <a:ea typeface="+mn-ea"/>
                <a:cs typeface="+mn-cs"/>
              </a:defRPr>
            </a:lvl3pPr>
            <a:lvl4pPr marL="914400" indent="-182880" algn="l" defTabSz="914400" rtl="0" eaLnBrk="1" latinLnBrk="0" hangingPunct="1">
              <a:lnSpc>
                <a:spcPct val="90000"/>
              </a:lnSpc>
              <a:spcBef>
                <a:spcPts val="8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4pPr>
            <a:lvl5pPr marL="1143000" indent="-179388"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5pPr>
            <a:lvl6pPr marL="1371600" indent="-182880"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6pPr>
            <a:lvl7pPr marL="1600200" indent="-179388"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7pPr>
            <a:lvl8pPr marL="1828800" indent="-182880"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8pPr>
            <a:lvl9pPr marL="1878012" indent="0" algn="l" defTabSz="914400" rtl="0" eaLnBrk="1" latinLnBrk="0" hangingPunct="1">
              <a:lnSpc>
                <a:spcPct val="90000"/>
              </a:lnSpc>
              <a:spcBef>
                <a:spcPts val="600"/>
              </a:spcBef>
              <a:buClr>
                <a:schemeClr val="accent1">
                  <a:lumMod val="75000"/>
                </a:schemeClr>
              </a:buClr>
              <a:buSzPct val="100000"/>
              <a:buFont typeface="Arial" pitchFamily="34" charset="0"/>
              <a:buNone/>
              <a:defRPr sz="1400" kern="1200">
                <a:solidFill>
                  <a:schemeClr val="tx1"/>
                </a:solidFill>
                <a:latin typeface="+mn-lt"/>
                <a:ea typeface="+mn-ea"/>
                <a:cs typeface="+mn-cs"/>
              </a:defRPr>
            </a:lvl9pPr>
          </a:lstStyle>
          <a:p>
            <a:pPr marL="0" indent="0">
              <a:lnSpc>
                <a:spcPct val="100000"/>
              </a:lnSpc>
              <a:buNone/>
            </a:pPr>
            <a:r>
              <a:rPr lang="en-US" sz="1400" dirty="0"/>
              <a:t>d = 1 (random assignment),</a:t>
            </a:r>
          </a:p>
          <a:p>
            <a:pPr marL="0" indent="0">
              <a:lnSpc>
                <a:spcPct val="100000"/>
              </a:lnSpc>
              <a:buNone/>
            </a:pPr>
            <a:r>
              <a:rPr lang="en-US" sz="1400" dirty="0"/>
              <a:t>experimental results match the theoretical curve.</a:t>
            </a:r>
            <a:endParaRPr lang="en-US" sz="1600" dirty="0"/>
          </a:p>
        </p:txBody>
      </p:sp>
      <p:sp>
        <p:nvSpPr>
          <p:cNvPr id="3" name="Content Placeholder 2">
            <a:extLst>
              <a:ext uri="{FF2B5EF4-FFF2-40B4-BE49-F238E27FC236}">
                <a16:creationId xmlns:a16="http://schemas.microsoft.com/office/drawing/2014/main" id="{214D6761-9342-CCB4-2A4E-1CE6AF2D8885}"/>
              </a:ext>
            </a:extLst>
          </p:cNvPr>
          <p:cNvSpPr txBox="1">
            <a:spLocks/>
          </p:cNvSpPr>
          <p:nvPr/>
        </p:nvSpPr>
        <p:spPr>
          <a:xfrm>
            <a:off x="6646606" y="5233269"/>
            <a:ext cx="5624052" cy="823402"/>
          </a:xfrm>
          <a:prstGeom prst="rect">
            <a:avLst/>
          </a:prstGeom>
        </p:spPr>
        <p:txBody>
          <a:bodyPr>
            <a:noAutofit/>
          </a:bodyPr>
          <a:lstStyle>
            <a:lvl1pPr marL="228600" indent="-228600" algn="l" defTabSz="914400" rtl="0" eaLnBrk="1" latinLnBrk="0" hangingPunct="1">
              <a:lnSpc>
                <a:spcPct val="90000"/>
              </a:lnSpc>
              <a:spcBef>
                <a:spcPts val="1800"/>
              </a:spcBef>
              <a:buClr>
                <a:schemeClr val="accent1">
                  <a:lumMod val="75000"/>
                </a:schemeClr>
              </a:buClr>
              <a:buSzPct val="100000"/>
              <a:buFont typeface="Arial" pitchFamily="34" charset="0"/>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1200"/>
              </a:spcBef>
              <a:buClr>
                <a:schemeClr val="accent1">
                  <a:lumMod val="75000"/>
                </a:schemeClr>
              </a:buClr>
              <a:buSzPct val="100000"/>
              <a:buFont typeface="Arial" pitchFamily="34" charset="0"/>
              <a:buChar char="▪"/>
              <a:defRPr sz="1800" kern="1200">
                <a:solidFill>
                  <a:schemeClr val="tx1"/>
                </a:solidFill>
                <a:latin typeface="+mn-lt"/>
                <a:ea typeface="+mn-ea"/>
                <a:cs typeface="+mn-cs"/>
              </a:defRPr>
            </a:lvl2pPr>
            <a:lvl3pPr marL="685800" indent="-179388" algn="l" defTabSz="914400" rtl="0" eaLnBrk="1" latinLnBrk="0" hangingPunct="1">
              <a:lnSpc>
                <a:spcPct val="90000"/>
              </a:lnSpc>
              <a:spcBef>
                <a:spcPts val="800"/>
              </a:spcBef>
              <a:buClr>
                <a:schemeClr val="accent1">
                  <a:lumMod val="75000"/>
                </a:schemeClr>
              </a:buClr>
              <a:buSzPct val="100000"/>
              <a:buFont typeface="Arial" pitchFamily="34" charset="0"/>
              <a:buChar char="▪"/>
              <a:defRPr sz="1600" kern="1200">
                <a:solidFill>
                  <a:schemeClr val="tx1"/>
                </a:solidFill>
                <a:latin typeface="+mn-lt"/>
                <a:ea typeface="+mn-ea"/>
                <a:cs typeface="+mn-cs"/>
              </a:defRPr>
            </a:lvl3pPr>
            <a:lvl4pPr marL="914400" indent="-182880" algn="l" defTabSz="914400" rtl="0" eaLnBrk="1" latinLnBrk="0" hangingPunct="1">
              <a:lnSpc>
                <a:spcPct val="90000"/>
              </a:lnSpc>
              <a:spcBef>
                <a:spcPts val="8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4pPr>
            <a:lvl5pPr marL="1143000" indent="-179388"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5pPr>
            <a:lvl6pPr marL="1371600" indent="-182880"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6pPr>
            <a:lvl7pPr marL="1600200" indent="-179388"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7pPr>
            <a:lvl8pPr marL="1828800" indent="-182880"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8pPr>
            <a:lvl9pPr marL="1878012" indent="0" algn="l" defTabSz="914400" rtl="0" eaLnBrk="1" latinLnBrk="0" hangingPunct="1">
              <a:lnSpc>
                <a:spcPct val="90000"/>
              </a:lnSpc>
              <a:spcBef>
                <a:spcPts val="600"/>
              </a:spcBef>
              <a:buClr>
                <a:schemeClr val="accent1">
                  <a:lumMod val="75000"/>
                </a:schemeClr>
              </a:buClr>
              <a:buSzPct val="100000"/>
              <a:buFont typeface="Arial" pitchFamily="34" charset="0"/>
              <a:buNone/>
              <a:defRPr sz="1400" kern="1200">
                <a:solidFill>
                  <a:schemeClr val="tx1"/>
                </a:solidFill>
                <a:latin typeface="+mn-lt"/>
                <a:ea typeface="+mn-ea"/>
                <a:cs typeface="+mn-cs"/>
              </a:defRPr>
            </a:lvl9pPr>
          </a:lstStyle>
          <a:p>
            <a:pPr marL="0" indent="0">
              <a:lnSpc>
                <a:spcPct val="100000"/>
              </a:lnSpc>
              <a:buNone/>
            </a:pPr>
            <a:r>
              <a:rPr lang="en-US" sz="1400" dirty="0"/>
              <a:t>increasing d significantly reduces the probability of long queues.</a:t>
            </a:r>
            <a:endParaRPr lang="en-US" sz="1600" dirty="0"/>
          </a:p>
        </p:txBody>
      </p:sp>
      <p:sp>
        <p:nvSpPr>
          <p:cNvPr id="6" name="Content Placeholder 2">
            <a:extLst>
              <a:ext uri="{FF2B5EF4-FFF2-40B4-BE49-F238E27FC236}">
                <a16:creationId xmlns:a16="http://schemas.microsoft.com/office/drawing/2014/main" id="{A9FA1815-768C-615C-388F-B53F755CA734}"/>
              </a:ext>
            </a:extLst>
          </p:cNvPr>
          <p:cNvSpPr txBox="1">
            <a:spLocks/>
          </p:cNvSpPr>
          <p:nvPr/>
        </p:nvSpPr>
        <p:spPr>
          <a:xfrm>
            <a:off x="3711675" y="6386051"/>
            <a:ext cx="5127523" cy="369332"/>
          </a:xfrm>
          <a:prstGeom prst="rect">
            <a:avLst/>
          </a:prstGeom>
        </p:spPr>
        <p:txBody>
          <a:bodyPr>
            <a:noAutofit/>
          </a:bodyPr>
          <a:lstStyle>
            <a:lvl1pPr marL="228600" indent="-228600" algn="l" defTabSz="914400" rtl="0" eaLnBrk="1" latinLnBrk="0" hangingPunct="1">
              <a:lnSpc>
                <a:spcPct val="90000"/>
              </a:lnSpc>
              <a:spcBef>
                <a:spcPts val="1800"/>
              </a:spcBef>
              <a:buClr>
                <a:schemeClr val="accent1">
                  <a:lumMod val="75000"/>
                </a:schemeClr>
              </a:buClr>
              <a:buSzPct val="100000"/>
              <a:buFont typeface="Arial" pitchFamily="34" charset="0"/>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1200"/>
              </a:spcBef>
              <a:buClr>
                <a:schemeClr val="accent1">
                  <a:lumMod val="75000"/>
                </a:schemeClr>
              </a:buClr>
              <a:buSzPct val="100000"/>
              <a:buFont typeface="Arial" pitchFamily="34" charset="0"/>
              <a:buChar char="▪"/>
              <a:defRPr sz="1800" kern="1200">
                <a:solidFill>
                  <a:schemeClr val="tx1"/>
                </a:solidFill>
                <a:latin typeface="+mn-lt"/>
                <a:ea typeface="+mn-ea"/>
                <a:cs typeface="+mn-cs"/>
              </a:defRPr>
            </a:lvl2pPr>
            <a:lvl3pPr marL="685800" indent="-179388" algn="l" defTabSz="914400" rtl="0" eaLnBrk="1" latinLnBrk="0" hangingPunct="1">
              <a:lnSpc>
                <a:spcPct val="90000"/>
              </a:lnSpc>
              <a:spcBef>
                <a:spcPts val="800"/>
              </a:spcBef>
              <a:buClr>
                <a:schemeClr val="accent1">
                  <a:lumMod val="75000"/>
                </a:schemeClr>
              </a:buClr>
              <a:buSzPct val="100000"/>
              <a:buFont typeface="Arial" pitchFamily="34" charset="0"/>
              <a:buChar char="▪"/>
              <a:defRPr sz="1600" kern="1200">
                <a:solidFill>
                  <a:schemeClr val="tx1"/>
                </a:solidFill>
                <a:latin typeface="+mn-lt"/>
                <a:ea typeface="+mn-ea"/>
                <a:cs typeface="+mn-cs"/>
              </a:defRPr>
            </a:lvl3pPr>
            <a:lvl4pPr marL="914400" indent="-182880" algn="l" defTabSz="914400" rtl="0" eaLnBrk="1" latinLnBrk="0" hangingPunct="1">
              <a:lnSpc>
                <a:spcPct val="90000"/>
              </a:lnSpc>
              <a:spcBef>
                <a:spcPts val="8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4pPr>
            <a:lvl5pPr marL="1143000" indent="-179388"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5pPr>
            <a:lvl6pPr marL="1371600" indent="-182880"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6pPr>
            <a:lvl7pPr marL="1600200" indent="-179388"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7pPr>
            <a:lvl8pPr marL="1828800" indent="-182880"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8pPr>
            <a:lvl9pPr marL="1878012" indent="0" algn="l" defTabSz="914400" rtl="0" eaLnBrk="1" latinLnBrk="0" hangingPunct="1">
              <a:lnSpc>
                <a:spcPct val="90000"/>
              </a:lnSpc>
              <a:spcBef>
                <a:spcPts val="600"/>
              </a:spcBef>
              <a:buClr>
                <a:schemeClr val="accent1">
                  <a:lumMod val="75000"/>
                </a:schemeClr>
              </a:buClr>
              <a:buSzPct val="100000"/>
              <a:buFont typeface="Arial" pitchFamily="34" charset="0"/>
              <a:buNone/>
              <a:defRPr sz="1400" kern="1200">
                <a:solidFill>
                  <a:schemeClr val="tx1"/>
                </a:solidFill>
                <a:latin typeface="+mn-lt"/>
                <a:ea typeface="+mn-ea"/>
                <a:cs typeface="+mn-cs"/>
              </a:defRPr>
            </a:lvl9pPr>
          </a:lstStyle>
          <a:p>
            <a:pPr marL="0" indent="0">
              <a:buNone/>
            </a:pPr>
            <a:r>
              <a:rPr lang="en-US" sz="1400" dirty="0"/>
              <a:t>Parameters: λ = 0.5, μ = 1, N = 50, MAXT = 20000.</a:t>
            </a:r>
          </a:p>
        </p:txBody>
      </p:sp>
      <p:pic>
        <p:nvPicPr>
          <p:cNvPr id="10" name="Picture 9">
            <a:extLst>
              <a:ext uri="{FF2B5EF4-FFF2-40B4-BE49-F238E27FC236}">
                <a16:creationId xmlns:a16="http://schemas.microsoft.com/office/drawing/2014/main" id="{B3763869-A317-FE17-874E-0A84F7B51B9C}"/>
              </a:ext>
            </a:extLst>
          </p:cNvPr>
          <p:cNvPicPr>
            <a:picLocks noChangeAspect="1"/>
          </p:cNvPicPr>
          <p:nvPr/>
        </p:nvPicPr>
        <p:blipFill>
          <a:blip r:embed="rId2"/>
          <a:stretch>
            <a:fillRect/>
          </a:stretch>
        </p:blipFill>
        <p:spPr>
          <a:xfrm>
            <a:off x="540774" y="926741"/>
            <a:ext cx="5265252" cy="3760894"/>
          </a:xfrm>
          <a:prstGeom prst="rect">
            <a:avLst/>
          </a:prstGeom>
        </p:spPr>
      </p:pic>
      <p:pic>
        <p:nvPicPr>
          <p:cNvPr id="12" name="Picture 11">
            <a:extLst>
              <a:ext uri="{FF2B5EF4-FFF2-40B4-BE49-F238E27FC236}">
                <a16:creationId xmlns:a16="http://schemas.microsoft.com/office/drawing/2014/main" id="{D0C0B1F2-F729-DB85-7259-2EA165AEA2C6}"/>
              </a:ext>
            </a:extLst>
          </p:cNvPr>
          <p:cNvPicPr>
            <a:picLocks noChangeAspect="1"/>
          </p:cNvPicPr>
          <p:nvPr/>
        </p:nvPicPr>
        <p:blipFill>
          <a:blip r:embed="rId3"/>
          <a:stretch>
            <a:fillRect/>
          </a:stretch>
        </p:blipFill>
        <p:spPr>
          <a:xfrm>
            <a:off x="6646606" y="926741"/>
            <a:ext cx="5265252" cy="3760894"/>
          </a:xfrm>
          <a:prstGeom prst="rect">
            <a:avLst/>
          </a:prstGeom>
        </p:spPr>
      </p:pic>
    </p:spTree>
    <p:extLst>
      <p:ext uri="{BB962C8B-B14F-4D97-AF65-F5344CB8AC3E}">
        <p14:creationId xmlns:p14="http://schemas.microsoft.com/office/powerpoint/2010/main" val="28308009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0961EA04-0F62-983F-22FB-7DB28F46C3A4}"/>
              </a:ext>
            </a:extLst>
          </p:cNvPr>
          <p:cNvSpPr txBox="1">
            <a:spLocks/>
          </p:cNvSpPr>
          <p:nvPr/>
        </p:nvSpPr>
        <p:spPr>
          <a:xfrm>
            <a:off x="540774" y="5233269"/>
            <a:ext cx="4060723" cy="823402"/>
          </a:xfrm>
          <a:prstGeom prst="rect">
            <a:avLst/>
          </a:prstGeom>
        </p:spPr>
        <p:txBody>
          <a:bodyPr>
            <a:noAutofit/>
          </a:bodyPr>
          <a:lstStyle>
            <a:lvl1pPr marL="228600" indent="-228600" algn="l" defTabSz="914400" rtl="0" eaLnBrk="1" latinLnBrk="0" hangingPunct="1">
              <a:lnSpc>
                <a:spcPct val="90000"/>
              </a:lnSpc>
              <a:spcBef>
                <a:spcPts val="1800"/>
              </a:spcBef>
              <a:buClr>
                <a:schemeClr val="accent1">
                  <a:lumMod val="75000"/>
                </a:schemeClr>
              </a:buClr>
              <a:buSzPct val="100000"/>
              <a:buFont typeface="Arial" pitchFamily="34" charset="0"/>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1200"/>
              </a:spcBef>
              <a:buClr>
                <a:schemeClr val="accent1">
                  <a:lumMod val="75000"/>
                </a:schemeClr>
              </a:buClr>
              <a:buSzPct val="100000"/>
              <a:buFont typeface="Arial" pitchFamily="34" charset="0"/>
              <a:buChar char="▪"/>
              <a:defRPr sz="1800" kern="1200">
                <a:solidFill>
                  <a:schemeClr val="tx1"/>
                </a:solidFill>
                <a:latin typeface="+mn-lt"/>
                <a:ea typeface="+mn-ea"/>
                <a:cs typeface="+mn-cs"/>
              </a:defRPr>
            </a:lvl2pPr>
            <a:lvl3pPr marL="685800" indent="-179388" algn="l" defTabSz="914400" rtl="0" eaLnBrk="1" latinLnBrk="0" hangingPunct="1">
              <a:lnSpc>
                <a:spcPct val="90000"/>
              </a:lnSpc>
              <a:spcBef>
                <a:spcPts val="800"/>
              </a:spcBef>
              <a:buClr>
                <a:schemeClr val="accent1">
                  <a:lumMod val="75000"/>
                </a:schemeClr>
              </a:buClr>
              <a:buSzPct val="100000"/>
              <a:buFont typeface="Arial" pitchFamily="34" charset="0"/>
              <a:buChar char="▪"/>
              <a:defRPr sz="1600" kern="1200">
                <a:solidFill>
                  <a:schemeClr val="tx1"/>
                </a:solidFill>
                <a:latin typeface="+mn-lt"/>
                <a:ea typeface="+mn-ea"/>
                <a:cs typeface="+mn-cs"/>
              </a:defRPr>
            </a:lvl3pPr>
            <a:lvl4pPr marL="914400" indent="-182880" algn="l" defTabSz="914400" rtl="0" eaLnBrk="1" latinLnBrk="0" hangingPunct="1">
              <a:lnSpc>
                <a:spcPct val="90000"/>
              </a:lnSpc>
              <a:spcBef>
                <a:spcPts val="8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4pPr>
            <a:lvl5pPr marL="1143000" indent="-179388"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5pPr>
            <a:lvl6pPr marL="1371600" indent="-182880"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6pPr>
            <a:lvl7pPr marL="1600200" indent="-179388"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7pPr>
            <a:lvl8pPr marL="1828800" indent="-182880"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8pPr>
            <a:lvl9pPr marL="1878012" indent="0" algn="l" defTabSz="914400" rtl="0" eaLnBrk="1" latinLnBrk="0" hangingPunct="1">
              <a:lnSpc>
                <a:spcPct val="90000"/>
              </a:lnSpc>
              <a:spcBef>
                <a:spcPts val="600"/>
              </a:spcBef>
              <a:buClr>
                <a:schemeClr val="accent1">
                  <a:lumMod val="75000"/>
                </a:schemeClr>
              </a:buClr>
              <a:buSzPct val="100000"/>
              <a:buFont typeface="Arial" pitchFamily="34" charset="0"/>
              <a:buNone/>
              <a:defRPr sz="1400" kern="1200">
                <a:solidFill>
                  <a:schemeClr val="tx1"/>
                </a:solidFill>
                <a:latin typeface="+mn-lt"/>
                <a:ea typeface="+mn-ea"/>
                <a:cs typeface="+mn-cs"/>
              </a:defRPr>
            </a:lvl9pPr>
          </a:lstStyle>
          <a:p>
            <a:pPr marL="0" indent="0">
              <a:lnSpc>
                <a:spcPct val="100000"/>
              </a:lnSpc>
              <a:buNone/>
            </a:pPr>
            <a:r>
              <a:rPr lang="en-US" sz="1400" dirty="0"/>
              <a:t>d = 1 (random assignment),</a:t>
            </a:r>
          </a:p>
          <a:p>
            <a:pPr marL="0" indent="0">
              <a:lnSpc>
                <a:spcPct val="100000"/>
              </a:lnSpc>
              <a:buNone/>
            </a:pPr>
            <a:r>
              <a:rPr lang="en-US" sz="1400" dirty="0"/>
              <a:t>experimental results match the theoretical curve.</a:t>
            </a:r>
            <a:endParaRPr lang="en-US" sz="1600" dirty="0"/>
          </a:p>
        </p:txBody>
      </p:sp>
      <p:sp>
        <p:nvSpPr>
          <p:cNvPr id="3" name="Content Placeholder 2">
            <a:extLst>
              <a:ext uri="{FF2B5EF4-FFF2-40B4-BE49-F238E27FC236}">
                <a16:creationId xmlns:a16="http://schemas.microsoft.com/office/drawing/2014/main" id="{160C2EA1-1A1A-E505-BB24-4657F0D26AD8}"/>
              </a:ext>
            </a:extLst>
          </p:cNvPr>
          <p:cNvSpPr txBox="1">
            <a:spLocks/>
          </p:cNvSpPr>
          <p:nvPr/>
        </p:nvSpPr>
        <p:spPr>
          <a:xfrm>
            <a:off x="6646606" y="5233269"/>
            <a:ext cx="5624052" cy="823402"/>
          </a:xfrm>
          <a:prstGeom prst="rect">
            <a:avLst/>
          </a:prstGeom>
        </p:spPr>
        <p:txBody>
          <a:bodyPr>
            <a:noAutofit/>
          </a:bodyPr>
          <a:lstStyle>
            <a:lvl1pPr marL="228600" indent="-228600" algn="l" defTabSz="914400" rtl="0" eaLnBrk="1" latinLnBrk="0" hangingPunct="1">
              <a:lnSpc>
                <a:spcPct val="90000"/>
              </a:lnSpc>
              <a:spcBef>
                <a:spcPts val="1800"/>
              </a:spcBef>
              <a:buClr>
                <a:schemeClr val="accent1">
                  <a:lumMod val="75000"/>
                </a:schemeClr>
              </a:buClr>
              <a:buSzPct val="100000"/>
              <a:buFont typeface="Arial" pitchFamily="34" charset="0"/>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1200"/>
              </a:spcBef>
              <a:buClr>
                <a:schemeClr val="accent1">
                  <a:lumMod val="75000"/>
                </a:schemeClr>
              </a:buClr>
              <a:buSzPct val="100000"/>
              <a:buFont typeface="Arial" pitchFamily="34" charset="0"/>
              <a:buChar char="▪"/>
              <a:defRPr sz="1800" kern="1200">
                <a:solidFill>
                  <a:schemeClr val="tx1"/>
                </a:solidFill>
                <a:latin typeface="+mn-lt"/>
                <a:ea typeface="+mn-ea"/>
                <a:cs typeface="+mn-cs"/>
              </a:defRPr>
            </a:lvl2pPr>
            <a:lvl3pPr marL="685800" indent="-179388" algn="l" defTabSz="914400" rtl="0" eaLnBrk="1" latinLnBrk="0" hangingPunct="1">
              <a:lnSpc>
                <a:spcPct val="90000"/>
              </a:lnSpc>
              <a:spcBef>
                <a:spcPts val="800"/>
              </a:spcBef>
              <a:buClr>
                <a:schemeClr val="accent1">
                  <a:lumMod val="75000"/>
                </a:schemeClr>
              </a:buClr>
              <a:buSzPct val="100000"/>
              <a:buFont typeface="Arial" pitchFamily="34" charset="0"/>
              <a:buChar char="▪"/>
              <a:defRPr sz="1600" kern="1200">
                <a:solidFill>
                  <a:schemeClr val="tx1"/>
                </a:solidFill>
                <a:latin typeface="+mn-lt"/>
                <a:ea typeface="+mn-ea"/>
                <a:cs typeface="+mn-cs"/>
              </a:defRPr>
            </a:lvl3pPr>
            <a:lvl4pPr marL="914400" indent="-182880" algn="l" defTabSz="914400" rtl="0" eaLnBrk="1" latinLnBrk="0" hangingPunct="1">
              <a:lnSpc>
                <a:spcPct val="90000"/>
              </a:lnSpc>
              <a:spcBef>
                <a:spcPts val="8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4pPr>
            <a:lvl5pPr marL="1143000" indent="-179388"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5pPr>
            <a:lvl6pPr marL="1371600" indent="-182880"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6pPr>
            <a:lvl7pPr marL="1600200" indent="-179388"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7pPr>
            <a:lvl8pPr marL="1828800" indent="-182880"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8pPr>
            <a:lvl9pPr marL="1878012" indent="0" algn="l" defTabSz="914400" rtl="0" eaLnBrk="1" latinLnBrk="0" hangingPunct="1">
              <a:lnSpc>
                <a:spcPct val="90000"/>
              </a:lnSpc>
              <a:spcBef>
                <a:spcPts val="600"/>
              </a:spcBef>
              <a:buClr>
                <a:schemeClr val="accent1">
                  <a:lumMod val="75000"/>
                </a:schemeClr>
              </a:buClr>
              <a:buSzPct val="100000"/>
              <a:buFont typeface="Arial" pitchFamily="34" charset="0"/>
              <a:buNone/>
              <a:defRPr sz="1400" kern="1200">
                <a:solidFill>
                  <a:schemeClr val="tx1"/>
                </a:solidFill>
                <a:latin typeface="+mn-lt"/>
                <a:ea typeface="+mn-ea"/>
                <a:cs typeface="+mn-cs"/>
              </a:defRPr>
            </a:lvl9pPr>
          </a:lstStyle>
          <a:p>
            <a:pPr marL="0" indent="0">
              <a:lnSpc>
                <a:spcPct val="100000"/>
              </a:lnSpc>
              <a:buNone/>
            </a:pPr>
            <a:r>
              <a:rPr lang="en-US" sz="1400" dirty="0"/>
              <a:t>increasing d significantly reduces the probability of long queues.</a:t>
            </a:r>
            <a:endParaRPr lang="en-US" sz="1600" dirty="0"/>
          </a:p>
        </p:txBody>
      </p:sp>
      <p:sp>
        <p:nvSpPr>
          <p:cNvPr id="4" name="Content Placeholder 2">
            <a:extLst>
              <a:ext uri="{FF2B5EF4-FFF2-40B4-BE49-F238E27FC236}">
                <a16:creationId xmlns:a16="http://schemas.microsoft.com/office/drawing/2014/main" id="{FC8A1BDB-B708-4265-9377-C42D4BB8E60C}"/>
              </a:ext>
            </a:extLst>
          </p:cNvPr>
          <p:cNvSpPr txBox="1">
            <a:spLocks/>
          </p:cNvSpPr>
          <p:nvPr/>
        </p:nvSpPr>
        <p:spPr>
          <a:xfrm>
            <a:off x="3711675" y="6386051"/>
            <a:ext cx="5127523" cy="369332"/>
          </a:xfrm>
          <a:prstGeom prst="rect">
            <a:avLst/>
          </a:prstGeom>
        </p:spPr>
        <p:txBody>
          <a:bodyPr>
            <a:noAutofit/>
          </a:bodyPr>
          <a:lstStyle>
            <a:lvl1pPr marL="228600" indent="-228600" algn="l" defTabSz="914400" rtl="0" eaLnBrk="1" latinLnBrk="0" hangingPunct="1">
              <a:lnSpc>
                <a:spcPct val="90000"/>
              </a:lnSpc>
              <a:spcBef>
                <a:spcPts val="1800"/>
              </a:spcBef>
              <a:buClr>
                <a:schemeClr val="accent1">
                  <a:lumMod val="75000"/>
                </a:schemeClr>
              </a:buClr>
              <a:buSzPct val="100000"/>
              <a:buFont typeface="Arial" pitchFamily="34" charset="0"/>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1200"/>
              </a:spcBef>
              <a:buClr>
                <a:schemeClr val="accent1">
                  <a:lumMod val="75000"/>
                </a:schemeClr>
              </a:buClr>
              <a:buSzPct val="100000"/>
              <a:buFont typeface="Arial" pitchFamily="34" charset="0"/>
              <a:buChar char="▪"/>
              <a:defRPr sz="1800" kern="1200">
                <a:solidFill>
                  <a:schemeClr val="tx1"/>
                </a:solidFill>
                <a:latin typeface="+mn-lt"/>
                <a:ea typeface="+mn-ea"/>
                <a:cs typeface="+mn-cs"/>
              </a:defRPr>
            </a:lvl2pPr>
            <a:lvl3pPr marL="685800" indent="-179388" algn="l" defTabSz="914400" rtl="0" eaLnBrk="1" latinLnBrk="0" hangingPunct="1">
              <a:lnSpc>
                <a:spcPct val="90000"/>
              </a:lnSpc>
              <a:spcBef>
                <a:spcPts val="800"/>
              </a:spcBef>
              <a:buClr>
                <a:schemeClr val="accent1">
                  <a:lumMod val="75000"/>
                </a:schemeClr>
              </a:buClr>
              <a:buSzPct val="100000"/>
              <a:buFont typeface="Arial" pitchFamily="34" charset="0"/>
              <a:buChar char="▪"/>
              <a:defRPr sz="1600" kern="1200">
                <a:solidFill>
                  <a:schemeClr val="tx1"/>
                </a:solidFill>
                <a:latin typeface="+mn-lt"/>
                <a:ea typeface="+mn-ea"/>
                <a:cs typeface="+mn-cs"/>
              </a:defRPr>
            </a:lvl3pPr>
            <a:lvl4pPr marL="914400" indent="-182880" algn="l" defTabSz="914400" rtl="0" eaLnBrk="1" latinLnBrk="0" hangingPunct="1">
              <a:lnSpc>
                <a:spcPct val="90000"/>
              </a:lnSpc>
              <a:spcBef>
                <a:spcPts val="8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4pPr>
            <a:lvl5pPr marL="1143000" indent="-179388"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5pPr>
            <a:lvl6pPr marL="1371600" indent="-182880"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6pPr>
            <a:lvl7pPr marL="1600200" indent="-179388"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7pPr>
            <a:lvl8pPr marL="1828800" indent="-182880"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8pPr>
            <a:lvl9pPr marL="1878012" indent="0" algn="l" defTabSz="914400" rtl="0" eaLnBrk="1" latinLnBrk="0" hangingPunct="1">
              <a:lnSpc>
                <a:spcPct val="90000"/>
              </a:lnSpc>
              <a:spcBef>
                <a:spcPts val="600"/>
              </a:spcBef>
              <a:buClr>
                <a:schemeClr val="accent1">
                  <a:lumMod val="75000"/>
                </a:schemeClr>
              </a:buClr>
              <a:buSzPct val="100000"/>
              <a:buFont typeface="Arial" pitchFamily="34" charset="0"/>
              <a:buNone/>
              <a:defRPr sz="1400" kern="1200">
                <a:solidFill>
                  <a:schemeClr val="tx1"/>
                </a:solidFill>
                <a:latin typeface="+mn-lt"/>
                <a:ea typeface="+mn-ea"/>
                <a:cs typeface="+mn-cs"/>
              </a:defRPr>
            </a:lvl9pPr>
          </a:lstStyle>
          <a:p>
            <a:pPr marL="0" indent="0">
              <a:buNone/>
            </a:pPr>
            <a:r>
              <a:rPr lang="en-US" sz="1400" dirty="0"/>
              <a:t>Parameters: λ = 0.</a:t>
            </a:r>
            <a:r>
              <a:rPr lang="fa-IR" sz="1400" dirty="0"/>
              <a:t>9</a:t>
            </a:r>
            <a:r>
              <a:rPr lang="en-US" sz="1400" dirty="0"/>
              <a:t>, μ = 1, N = 50, MAXT = 20000.</a:t>
            </a:r>
          </a:p>
        </p:txBody>
      </p:sp>
      <p:pic>
        <p:nvPicPr>
          <p:cNvPr id="10" name="Picture 9">
            <a:extLst>
              <a:ext uri="{FF2B5EF4-FFF2-40B4-BE49-F238E27FC236}">
                <a16:creationId xmlns:a16="http://schemas.microsoft.com/office/drawing/2014/main" id="{ACA3867F-B7E0-7BE3-2248-3432391D89E6}"/>
              </a:ext>
            </a:extLst>
          </p:cNvPr>
          <p:cNvPicPr>
            <a:picLocks noChangeAspect="1"/>
          </p:cNvPicPr>
          <p:nvPr/>
        </p:nvPicPr>
        <p:blipFill>
          <a:blip r:embed="rId2"/>
          <a:stretch>
            <a:fillRect/>
          </a:stretch>
        </p:blipFill>
        <p:spPr>
          <a:xfrm>
            <a:off x="6646606" y="926742"/>
            <a:ext cx="5265253" cy="3760895"/>
          </a:xfrm>
          <a:prstGeom prst="rect">
            <a:avLst/>
          </a:prstGeom>
        </p:spPr>
      </p:pic>
      <p:pic>
        <p:nvPicPr>
          <p:cNvPr id="12" name="Picture 11">
            <a:extLst>
              <a:ext uri="{FF2B5EF4-FFF2-40B4-BE49-F238E27FC236}">
                <a16:creationId xmlns:a16="http://schemas.microsoft.com/office/drawing/2014/main" id="{CAE56223-6E1A-21E7-A205-937D29AD93C8}"/>
              </a:ext>
            </a:extLst>
          </p:cNvPr>
          <p:cNvPicPr>
            <a:picLocks noChangeAspect="1"/>
          </p:cNvPicPr>
          <p:nvPr/>
        </p:nvPicPr>
        <p:blipFill>
          <a:blip r:embed="rId3"/>
          <a:stretch>
            <a:fillRect/>
          </a:stretch>
        </p:blipFill>
        <p:spPr>
          <a:xfrm>
            <a:off x="540774" y="926742"/>
            <a:ext cx="5265252" cy="3760894"/>
          </a:xfrm>
          <a:prstGeom prst="rect">
            <a:avLst/>
          </a:prstGeom>
        </p:spPr>
      </p:pic>
    </p:spTree>
    <p:extLst>
      <p:ext uri="{BB962C8B-B14F-4D97-AF65-F5344CB8AC3E}">
        <p14:creationId xmlns:p14="http://schemas.microsoft.com/office/powerpoint/2010/main" val="28137116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3FE250-781D-B8C2-C01A-18FAC1700C3D}"/>
              </a:ext>
            </a:extLst>
          </p:cNvPr>
          <p:cNvSpPr txBox="1">
            <a:spLocks/>
          </p:cNvSpPr>
          <p:nvPr/>
        </p:nvSpPr>
        <p:spPr>
          <a:xfrm>
            <a:off x="589935" y="533351"/>
            <a:ext cx="9601200" cy="931656"/>
          </a:xfrm>
          <a:prstGeom prst="rect">
            <a:avLst/>
          </a:prstGeom>
        </p:spPr>
        <p:txBody>
          <a:bodyPr/>
          <a:lstStyle>
            <a:lvl1pPr algn="l" defTabSz="914400" rtl="0" eaLnBrk="1" latinLnBrk="0" hangingPunct="1">
              <a:lnSpc>
                <a:spcPct val="90000"/>
              </a:lnSpc>
              <a:spcBef>
                <a:spcPct val="0"/>
              </a:spcBef>
              <a:buNone/>
              <a:defRPr sz="3200" b="1" kern="1200">
                <a:solidFill>
                  <a:schemeClr val="accent1">
                    <a:lumMod val="75000"/>
                  </a:schemeClr>
                </a:solidFill>
                <a:latin typeface="+mj-lt"/>
                <a:ea typeface="+mj-ea"/>
                <a:cs typeface="+mj-cs"/>
              </a:defRPr>
            </a:lvl1pPr>
          </a:lstStyle>
          <a:p>
            <a:r>
              <a:rPr lang="en-US" dirty="0"/>
              <a:t>Weibull distributions</a:t>
            </a:r>
            <a:endParaRPr lang="fa-IR" dirty="0"/>
          </a:p>
          <a:p>
            <a:endParaRPr lang="fa-IR" dirty="0"/>
          </a:p>
        </p:txBody>
      </p:sp>
      <p:sp>
        <p:nvSpPr>
          <p:cNvPr id="4" name="Content Placeholder 2">
            <a:extLst>
              <a:ext uri="{FF2B5EF4-FFF2-40B4-BE49-F238E27FC236}">
                <a16:creationId xmlns:a16="http://schemas.microsoft.com/office/drawing/2014/main" id="{A188F086-B771-45BE-7270-C4F481C16082}"/>
              </a:ext>
            </a:extLst>
          </p:cNvPr>
          <p:cNvSpPr txBox="1">
            <a:spLocks/>
          </p:cNvSpPr>
          <p:nvPr/>
        </p:nvSpPr>
        <p:spPr>
          <a:xfrm>
            <a:off x="589936" y="1542410"/>
            <a:ext cx="9601199" cy="3084821"/>
          </a:xfrm>
          <a:prstGeom prst="rect">
            <a:avLst/>
          </a:prstGeom>
        </p:spPr>
        <p:txBody>
          <a:bodyPr>
            <a:noAutofit/>
          </a:bodyPr>
          <a:lstStyle>
            <a:lvl1pPr marL="228600" indent="-228600" algn="l" defTabSz="914400" rtl="0" eaLnBrk="1" latinLnBrk="0" hangingPunct="1">
              <a:lnSpc>
                <a:spcPct val="90000"/>
              </a:lnSpc>
              <a:spcBef>
                <a:spcPts val="1800"/>
              </a:spcBef>
              <a:buClr>
                <a:schemeClr val="accent1">
                  <a:lumMod val="75000"/>
                </a:schemeClr>
              </a:buClr>
              <a:buSzPct val="100000"/>
              <a:buFont typeface="Arial" pitchFamily="34" charset="0"/>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1200"/>
              </a:spcBef>
              <a:buClr>
                <a:schemeClr val="accent1">
                  <a:lumMod val="75000"/>
                </a:schemeClr>
              </a:buClr>
              <a:buSzPct val="100000"/>
              <a:buFont typeface="Arial" pitchFamily="34" charset="0"/>
              <a:buChar char="▪"/>
              <a:defRPr sz="1800" kern="1200">
                <a:solidFill>
                  <a:schemeClr val="tx1"/>
                </a:solidFill>
                <a:latin typeface="+mn-lt"/>
                <a:ea typeface="+mn-ea"/>
                <a:cs typeface="+mn-cs"/>
              </a:defRPr>
            </a:lvl2pPr>
            <a:lvl3pPr marL="685800" indent="-179388" algn="l" defTabSz="914400" rtl="0" eaLnBrk="1" latinLnBrk="0" hangingPunct="1">
              <a:lnSpc>
                <a:spcPct val="90000"/>
              </a:lnSpc>
              <a:spcBef>
                <a:spcPts val="800"/>
              </a:spcBef>
              <a:buClr>
                <a:schemeClr val="accent1">
                  <a:lumMod val="75000"/>
                </a:schemeClr>
              </a:buClr>
              <a:buSzPct val="100000"/>
              <a:buFont typeface="Arial" pitchFamily="34" charset="0"/>
              <a:buChar char="▪"/>
              <a:defRPr sz="1600" kern="1200">
                <a:solidFill>
                  <a:schemeClr val="tx1"/>
                </a:solidFill>
                <a:latin typeface="+mn-lt"/>
                <a:ea typeface="+mn-ea"/>
                <a:cs typeface="+mn-cs"/>
              </a:defRPr>
            </a:lvl3pPr>
            <a:lvl4pPr marL="914400" indent="-182880" algn="l" defTabSz="914400" rtl="0" eaLnBrk="1" latinLnBrk="0" hangingPunct="1">
              <a:lnSpc>
                <a:spcPct val="90000"/>
              </a:lnSpc>
              <a:spcBef>
                <a:spcPts val="8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4pPr>
            <a:lvl5pPr marL="1143000" indent="-179388"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5pPr>
            <a:lvl6pPr marL="1371600" indent="-182880"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6pPr>
            <a:lvl7pPr marL="1600200" indent="-179388"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7pPr>
            <a:lvl8pPr marL="1828800" indent="-182880"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8pPr>
            <a:lvl9pPr marL="1878012" indent="0" algn="l" defTabSz="914400" rtl="0" eaLnBrk="1" latinLnBrk="0" hangingPunct="1">
              <a:lnSpc>
                <a:spcPct val="90000"/>
              </a:lnSpc>
              <a:spcBef>
                <a:spcPts val="600"/>
              </a:spcBef>
              <a:buClr>
                <a:schemeClr val="accent1">
                  <a:lumMod val="75000"/>
                </a:schemeClr>
              </a:buClr>
              <a:buSzPct val="100000"/>
              <a:buFont typeface="Arial" pitchFamily="34" charset="0"/>
              <a:buNone/>
              <a:defRPr sz="1400" kern="1200">
                <a:solidFill>
                  <a:schemeClr val="tx1"/>
                </a:solidFill>
                <a:latin typeface="+mn-lt"/>
                <a:ea typeface="+mn-ea"/>
                <a:cs typeface="+mn-cs"/>
              </a:defRPr>
            </a:lvl9pPr>
          </a:lstStyle>
          <a:p>
            <a:pPr marL="0" indent="0">
              <a:lnSpc>
                <a:spcPct val="150000"/>
              </a:lnSpc>
              <a:buNone/>
            </a:pPr>
            <a:r>
              <a:rPr lang="en-US" sz="1400" dirty="0"/>
              <a:t>The exponential distribution assumes memoryless arrivals and service times,</a:t>
            </a:r>
          </a:p>
          <a:p>
            <a:pPr marL="0" indent="0">
              <a:lnSpc>
                <a:spcPct val="150000"/>
              </a:lnSpc>
              <a:buNone/>
            </a:pPr>
            <a:r>
              <a:rPr lang="en-US" sz="1400" dirty="0"/>
              <a:t>which is often unrealistic in real systems.</a:t>
            </a:r>
          </a:p>
          <a:p>
            <a:pPr marL="0" indent="0">
              <a:lnSpc>
                <a:spcPct val="150000"/>
              </a:lnSpc>
              <a:buNone/>
            </a:pPr>
            <a:r>
              <a:rPr lang="en-US" sz="1400" dirty="0"/>
              <a:t>To model more realistic workloads, we replace exponential distributions</a:t>
            </a:r>
          </a:p>
          <a:p>
            <a:pPr marL="0" indent="0">
              <a:lnSpc>
                <a:spcPct val="150000"/>
              </a:lnSpc>
              <a:buNone/>
            </a:pPr>
            <a:r>
              <a:rPr lang="en-US" sz="1400" dirty="0"/>
              <a:t>with </a:t>
            </a:r>
            <a:r>
              <a:rPr lang="en-US" sz="1400" b="1" dirty="0"/>
              <a:t>Weibull distributions </a:t>
            </a:r>
            <a:r>
              <a:rPr lang="en-US" sz="1400" dirty="0"/>
              <a:t>for both job arrivals and service times.</a:t>
            </a:r>
          </a:p>
          <a:p>
            <a:pPr marL="0" indent="0">
              <a:lnSpc>
                <a:spcPct val="150000"/>
              </a:lnSpc>
              <a:buNone/>
            </a:pPr>
            <a:endParaRPr lang="en-US" sz="1400" dirty="0"/>
          </a:p>
        </p:txBody>
      </p:sp>
      <p:sp>
        <p:nvSpPr>
          <p:cNvPr id="5" name="Content Placeholder 2">
            <a:extLst>
              <a:ext uri="{FF2B5EF4-FFF2-40B4-BE49-F238E27FC236}">
                <a16:creationId xmlns:a16="http://schemas.microsoft.com/office/drawing/2014/main" id="{EF973B5A-0309-CBBF-6438-9063D72960C6}"/>
              </a:ext>
            </a:extLst>
          </p:cNvPr>
          <p:cNvSpPr txBox="1">
            <a:spLocks/>
          </p:cNvSpPr>
          <p:nvPr/>
        </p:nvSpPr>
        <p:spPr>
          <a:xfrm>
            <a:off x="1450258" y="3773179"/>
            <a:ext cx="9601199" cy="3084821"/>
          </a:xfrm>
          <a:prstGeom prst="rect">
            <a:avLst/>
          </a:prstGeom>
        </p:spPr>
        <p:txBody>
          <a:bodyPr>
            <a:noAutofit/>
          </a:bodyPr>
          <a:lstStyle>
            <a:lvl1pPr marL="228600" indent="-228600" algn="l" defTabSz="914400" rtl="0" eaLnBrk="1" latinLnBrk="0" hangingPunct="1">
              <a:lnSpc>
                <a:spcPct val="90000"/>
              </a:lnSpc>
              <a:spcBef>
                <a:spcPts val="1800"/>
              </a:spcBef>
              <a:buClr>
                <a:schemeClr val="accent1">
                  <a:lumMod val="75000"/>
                </a:schemeClr>
              </a:buClr>
              <a:buSzPct val="100000"/>
              <a:buFont typeface="Arial" pitchFamily="34" charset="0"/>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1200"/>
              </a:spcBef>
              <a:buClr>
                <a:schemeClr val="accent1">
                  <a:lumMod val="75000"/>
                </a:schemeClr>
              </a:buClr>
              <a:buSzPct val="100000"/>
              <a:buFont typeface="Arial" pitchFamily="34" charset="0"/>
              <a:buChar char="▪"/>
              <a:defRPr sz="1800" kern="1200">
                <a:solidFill>
                  <a:schemeClr val="tx1"/>
                </a:solidFill>
                <a:latin typeface="+mn-lt"/>
                <a:ea typeface="+mn-ea"/>
                <a:cs typeface="+mn-cs"/>
              </a:defRPr>
            </a:lvl2pPr>
            <a:lvl3pPr marL="685800" indent="-179388" algn="l" defTabSz="914400" rtl="0" eaLnBrk="1" latinLnBrk="0" hangingPunct="1">
              <a:lnSpc>
                <a:spcPct val="90000"/>
              </a:lnSpc>
              <a:spcBef>
                <a:spcPts val="800"/>
              </a:spcBef>
              <a:buClr>
                <a:schemeClr val="accent1">
                  <a:lumMod val="75000"/>
                </a:schemeClr>
              </a:buClr>
              <a:buSzPct val="100000"/>
              <a:buFont typeface="Arial" pitchFamily="34" charset="0"/>
              <a:buChar char="▪"/>
              <a:defRPr sz="1600" kern="1200">
                <a:solidFill>
                  <a:schemeClr val="tx1"/>
                </a:solidFill>
                <a:latin typeface="+mn-lt"/>
                <a:ea typeface="+mn-ea"/>
                <a:cs typeface="+mn-cs"/>
              </a:defRPr>
            </a:lvl3pPr>
            <a:lvl4pPr marL="914400" indent="-182880" algn="l" defTabSz="914400" rtl="0" eaLnBrk="1" latinLnBrk="0" hangingPunct="1">
              <a:lnSpc>
                <a:spcPct val="90000"/>
              </a:lnSpc>
              <a:spcBef>
                <a:spcPts val="8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4pPr>
            <a:lvl5pPr marL="1143000" indent="-179388"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5pPr>
            <a:lvl6pPr marL="1371600" indent="-182880"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6pPr>
            <a:lvl7pPr marL="1600200" indent="-179388"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7pPr>
            <a:lvl8pPr marL="1828800" indent="-182880"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8pPr>
            <a:lvl9pPr marL="1878012" indent="0" algn="l" defTabSz="914400" rtl="0" eaLnBrk="1" latinLnBrk="0" hangingPunct="1">
              <a:lnSpc>
                <a:spcPct val="90000"/>
              </a:lnSpc>
              <a:spcBef>
                <a:spcPts val="600"/>
              </a:spcBef>
              <a:buClr>
                <a:schemeClr val="accent1">
                  <a:lumMod val="75000"/>
                </a:schemeClr>
              </a:buClr>
              <a:buSzPct val="100000"/>
              <a:buFont typeface="Arial" pitchFamily="34" charset="0"/>
              <a:buNone/>
              <a:defRPr sz="1400" kern="1200">
                <a:solidFill>
                  <a:schemeClr val="tx1"/>
                </a:solidFill>
                <a:latin typeface="+mn-lt"/>
                <a:ea typeface="+mn-ea"/>
                <a:cs typeface="+mn-cs"/>
              </a:defRPr>
            </a:lvl9pPr>
          </a:lstStyle>
          <a:p>
            <a:pPr marL="0" indent="0">
              <a:lnSpc>
                <a:spcPct val="150000"/>
              </a:lnSpc>
              <a:buNone/>
            </a:pPr>
            <a:endParaRPr lang="en-US" sz="1600" dirty="0"/>
          </a:p>
        </p:txBody>
      </p:sp>
      <p:sp>
        <p:nvSpPr>
          <p:cNvPr id="8" name="Content Placeholder 2">
            <a:extLst>
              <a:ext uri="{FF2B5EF4-FFF2-40B4-BE49-F238E27FC236}">
                <a16:creationId xmlns:a16="http://schemas.microsoft.com/office/drawing/2014/main" id="{FE54F480-B912-90A5-68E4-6AF3DFFAEF2F}"/>
              </a:ext>
            </a:extLst>
          </p:cNvPr>
          <p:cNvSpPr txBox="1">
            <a:spLocks/>
          </p:cNvSpPr>
          <p:nvPr/>
        </p:nvSpPr>
        <p:spPr>
          <a:xfrm>
            <a:off x="589936" y="4059280"/>
            <a:ext cx="9601199" cy="4345858"/>
          </a:xfrm>
          <a:prstGeom prst="rect">
            <a:avLst/>
          </a:prstGeom>
        </p:spPr>
        <p:txBody>
          <a:bodyPr>
            <a:noAutofit/>
          </a:bodyPr>
          <a:lstStyle>
            <a:lvl1pPr marL="228600" indent="-228600" algn="l" defTabSz="914400" rtl="0" eaLnBrk="1" latinLnBrk="0" hangingPunct="1">
              <a:lnSpc>
                <a:spcPct val="90000"/>
              </a:lnSpc>
              <a:spcBef>
                <a:spcPts val="1800"/>
              </a:spcBef>
              <a:buClr>
                <a:schemeClr val="accent1">
                  <a:lumMod val="75000"/>
                </a:schemeClr>
              </a:buClr>
              <a:buSzPct val="100000"/>
              <a:buFont typeface="Arial" pitchFamily="34" charset="0"/>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1200"/>
              </a:spcBef>
              <a:buClr>
                <a:schemeClr val="accent1">
                  <a:lumMod val="75000"/>
                </a:schemeClr>
              </a:buClr>
              <a:buSzPct val="100000"/>
              <a:buFont typeface="Arial" pitchFamily="34" charset="0"/>
              <a:buChar char="▪"/>
              <a:defRPr sz="1800" kern="1200">
                <a:solidFill>
                  <a:schemeClr val="tx1"/>
                </a:solidFill>
                <a:latin typeface="+mn-lt"/>
                <a:ea typeface="+mn-ea"/>
                <a:cs typeface="+mn-cs"/>
              </a:defRPr>
            </a:lvl2pPr>
            <a:lvl3pPr marL="685800" indent="-179388" algn="l" defTabSz="914400" rtl="0" eaLnBrk="1" latinLnBrk="0" hangingPunct="1">
              <a:lnSpc>
                <a:spcPct val="90000"/>
              </a:lnSpc>
              <a:spcBef>
                <a:spcPts val="800"/>
              </a:spcBef>
              <a:buClr>
                <a:schemeClr val="accent1">
                  <a:lumMod val="75000"/>
                </a:schemeClr>
              </a:buClr>
              <a:buSzPct val="100000"/>
              <a:buFont typeface="Arial" pitchFamily="34" charset="0"/>
              <a:buChar char="▪"/>
              <a:defRPr sz="1600" kern="1200">
                <a:solidFill>
                  <a:schemeClr val="tx1"/>
                </a:solidFill>
                <a:latin typeface="+mn-lt"/>
                <a:ea typeface="+mn-ea"/>
                <a:cs typeface="+mn-cs"/>
              </a:defRPr>
            </a:lvl3pPr>
            <a:lvl4pPr marL="914400" indent="-182880" algn="l" defTabSz="914400" rtl="0" eaLnBrk="1" latinLnBrk="0" hangingPunct="1">
              <a:lnSpc>
                <a:spcPct val="90000"/>
              </a:lnSpc>
              <a:spcBef>
                <a:spcPts val="8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4pPr>
            <a:lvl5pPr marL="1143000" indent="-179388"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5pPr>
            <a:lvl6pPr marL="1371600" indent="-182880"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6pPr>
            <a:lvl7pPr marL="1600200" indent="-179388"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7pPr>
            <a:lvl8pPr marL="1828800" indent="-182880"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8pPr>
            <a:lvl9pPr marL="1878012" indent="0" algn="l" defTabSz="914400" rtl="0" eaLnBrk="1" latinLnBrk="0" hangingPunct="1">
              <a:lnSpc>
                <a:spcPct val="90000"/>
              </a:lnSpc>
              <a:spcBef>
                <a:spcPts val="600"/>
              </a:spcBef>
              <a:buClr>
                <a:schemeClr val="accent1">
                  <a:lumMod val="75000"/>
                </a:schemeClr>
              </a:buClr>
              <a:buSzPct val="100000"/>
              <a:buFont typeface="Arial" pitchFamily="34" charset="0"/>
              <a:buNone/>
              <a:defRPr sz="1400" kern="1200">
                <a:solidFill>
                  <a:schemeClr val="tx1"/>
                </a:solidFill>
                <a:latin typeface="+mn-lt"/>
                <a:ea typeface="+mn-ea"/>
                <a:cs typeface="+mn-cs"/>
              </a:defRPr>
            </a:lvl9pPr>
          </a:lstStyle>
          <a:p>
            <a:pPr marL="0" indent="0">
              <a:lnSpc>
                <a:spcPct val="150000"/>
              </a:lnSpc>
              <a:buNone/>
            </a:pPr>
            <a:r>
              <a:rPr lang="en-US" sz="1400" dirty="0"/>
              <a:t>Impact of Weibull-distributed workloads on queue length distributions.</a:t>
            </a:r>
          </a:p>
          <a:p>
            <a:pPr marL="0" indent="0">
              <a:lnSpc>
                <a:spcPct val="150000"/>
              </a:lnSpc>
              <a:buNone/>
            </a:pPr>
            <a:r>
              <a:rPr lang="en-US" sz="1400" dirty="0"/>
              <a:t>shape = 1 reproduces the exponential case.</a:t>
            </a:r>
          </a:p>
          <a:p>
            <a:pPr marL="0" indent="0">
              <a:lnSpc>
                <a:spcPct val="150000"/>
              </a:lnSpc>
              <a:buNone/>
            </a:pPr>
            <a:r>
              <a:rPr lang="en-US" sz="1400" dirty="0"/>
              <a:t>shape &lt; 1 leads to heavier tails and longer queues.</a:t>
            </a:r>
          </a:p>
          <a:p>
            <a:pPr marL="0" indent="0">
              <a:lnSpc>
                <a:spcPct val="150000"/>
              </a:lnSpc>
              <a:buNone/>
            </a:pPr>
            <a:r>
              <a:rPr lang="en-US" sz="1400" dirty="0"/>
              <a:t>shape &gt; 1 results in more regular behavior and shorter queues.</a:t>
            </a:r>
          </a:p>
        </p:txBody>
      </p:sp>
    </p:spTree>
    <p:extLst>
      <p:ext uri="{BB962C8B-B14F-4D97-AF65-F5344CB8AC3E}">
        <p14:creationId xmlns:p14="http://schemas.microsoft.com/office/powerpoint/2010/main" val="20980083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75775830-9DD8-E5A1-7F2F-BB71A6D70AA1}"/>
              </a:ext>
            </a:extLst>
          </p:cNvPr>
          <p:cNvSpPr txBox="1">
            <a:spLocks/>
          </p:cNvSpPr>
          <p:nvPr/>
        </p:nvSpPr>
        <p:spPr>
          <a:xfrm>
            <a:off x="1850921" y="6232972"/>
            <a:ext cx="4245079" cy="369332"/>
          </a:xfrm>
          <a:prstGeom prst="rect">
            <a:avLst/>
          </a:prstGeom>
        </p:spPr>
        <p:txBody>
          <a:bodyPr>
            <a:noAutofit/>
          </a:bodyPr>
          <a:lstStyle>
            <a:lvl1pPr marL="228600" indent="-228600" algn="l" defTabSz="914400" rtl="0" eaLnBrk="1" latinLnBrk="0" hangingPunct="1">
              <a:lnSpc>
                <a:spcPct val="90000"/>
              </a:lnSpc>
              <a:spcBef>
                <a:spcPts val="1800"/>
              </a:spcBef>
              <a:buClr>
                <a:schemeClr val="accent1">
                  <a:lumMod val="75000"/>
                </a:schemeClr>
              </a:buClr>
              <a:buSzPct val="100000"/>
              <a:buFont typeface="Arial" pitchFamily="34" charset="0"/>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1200"/>
              </a:spcBef>
              <a:buClr>
                <a:schemeClr val="accent1">
                  <a:lumMod val="75000"/>
                </a:schemeClr>
              </a:buClr>
              <a:buSzPct val="100000"/>
              <a:buFont typeface="Arial" pitchFamily="34" charset="0"/>
              <a:buChar char="▪"/>
              <a:defRPr sz="1800" kern="1200">
                <a:solidFill>
                  <a:schemeClr val="tx1"/>
                </a:solidFill>
                <a:latin typeface="+mn-lt"/>
                <a:ea typeface="+mn-ea"/>
                <a:cs typeface="+mn-cs"/>
              </a:defRPr>
            </a:lvl2pPr>
            <a:lvl3pPr marL="685800" indent="-179388" algn="l" defTabSz="914400" rtl="0" eaLnBrk="1" latinLnBrk="0" hangingPunct="1">
              <a:lnSpc>
                <a:spcPct val="90000"/>
              </a:lnSpc>
              <a:spcBef>
                <a:spcPts val="800"/>
              </a:spcBef>
              <a:buClr>
                <a:schemeClr val="accent1">
                  <a:lumMod val="75000"/>
                </a:schemeClr>
              </a:buClr>
              <a:buSzPct val="100000"/>
              <a:buFont typeface="Arial" pitchFamily="34" charset="0"/>
              <a:buChar char="▪"/>
              <a:defRPr sz="1600" kern="1200">
                <a:solidFill>
                  <a:schemeClr val="tx1"/>
                </a:solidFill>
                <a:latin typeface="+mn-lt"/>
                <a:ea typeface="+mn-ea"/>
                <a:cs typeface="+mn-cs"/>
              </a:defRPr>
            </a:lvl3pPr>
            <a:lvl4pPr marL="914400" indent="-182880" algn="l" defTabSz="914400" rtl="0" eaLnBrk="1" latinLnBrk="0" hangingPunct="1">
              <a:lnSpc>
                <a:spcPct val="90000"/>
              </a:lnSpc>
              <a:spcBef>
                <a:spcPts val="8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4pPr>
            <a:lvl5pPr marL="1143000" indent="-179388"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5pPr>
            <a:lvl6pPr marL="1371600" indent="-182880"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6pPr>
            <a:lvl7pPr marL="1600200" indent="-179388"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7pPr>
            <a:lvl8pPr marL="1828800" indent="-182880"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8pPr>
            <a:lvl9pPr marL="1878012" indent="0" algn="l" defTabSz="914400" rtl="0" eaLnBrk="1" latinLnBrk="0" hangingPunct="1">
              <a:lnSpc>
                <a:spcPct val="90000"/>
              </a:lnSpc>
              <a:spcBef>
                <a:spcPts val="600"/>
              </a:spcBef>
              <a:buClr>
                <a:schemeClr val="accent1">
                  <a:lumMod val="75000"/>
                </a:schemeClr>
              </a:buClr>
              <a:buSzPct val="100000"/>
              <a:buFont typeface="Arial" pitchFamily="34" charset="0"/>
              <a:buNone/>
              <a:defRPr sz="1400" kern="1200">
                <a:solidFill>
                  <a:schemeClr val="tx1"/>
                </a:solidFill>
                <a:latin typeface="+mn-lt"/>
                <a:ea typeface="+mn-ea"/>
                <a:cs typeface="+mn-cs"/>
              </a:defRPr>
            </a:lvl9pPr>
          </a:lstStyle>
          <a:p>
            <a:pPr marL="0" indent="0">
              <a:buNone/>
            </a:pPr>
            <a:r>
              <a:rPr lang="en-US" sz="1400" dirty="0"/>
              <a:t>Parameters: λ = 0.5, μ = 1, N = 50, MAXT = 20000</a:t>
            </a:r>
          </a:p>
        </p:txBody>
      </p:sp>
      <p:pic>
        <p:nvPicPr>
          <p:cNvPr id="8" name="Picture 7">
            <a:extLst>
              <a:ext uri="{FF2B5EF4-FFF2-40B4-BE49-F238E27FC236}">
                <a16:creationId xmlns:a16="http://schemas.microsoft.com/office/drawing/2014/main" id="{82DE546F-3D4A-D87C-B686-C739A1E5361E}"/>
              </a:ext>
            </a:extLst>
          </p:cNvPr>
          <p:cNvPicPr>
            <a:picLocks noChangeAspect="1"/>
          </p:cNvPicPr>
          <p:nvPr/>
        </p:nvPicPr>
        <p:blipFill>
          <a:blip r:embed="rId2"/>
          <a:stretch>
            <a:fillRect/>
          </a:stretch>
        </p:blipFill>
        <p:spPr>
          <a:xfrm>
            <a:off x="6715432" y="926742"/>
            <a:ext cx="5265252" cy="3760894"/>
          </a:xfrm>
          <a:prstGeom prst="rect">
            <a:avLst/>
          </a:prstGeom>
        </p:spPr>
      </p:pic>
      <p:pic>
        <p:nvPicPr>
          <p:cNvPr id="10" name="Picture 9">
            <a:extLst>
              <a:ext uri="{FF2B5EF4-FFF2-40B4-BE49-F238E27FC236}">
                <a16:creationId xmlns:a16="http://schemas.microsoft.com/office/drawing/2014/main" id="{EA79E660-0963-15E6-6EC5-0B7A0B405D06}"/>
              </a:ext>
            </a:extLst>
          </p:cNvPr>
          <p:cNvPicPr>
            <a:picLocks noChangeAspect="1"/>
          </p:cNvPicPr>
          <p:nvPr/>
        </p:nvPicPr>
        <p:blipFill>
          <a:blip r:embed="rId3"/>
          <a:stretch>
            <a:fillRect/>
          </a:stretch>
        </p:blipFill>
        <p:spPr>
          <a:xfrm>
            <a:off x="540774" y="926742"/>
            <a:ext cx="5265252" cy="3760894"/>
          </a:xfrm>
          <a:prstGeom prst="rect">
            <a:avLst/>
          </a:prstGeom>
        </p:spPr>
      </p:pic>
      <p:sp>
        <p:nvSpPr>
          <p:cNvPr id="12" name="TextBox 11">
            <a:extLst>
              <a:ext uri="{FF2B5EF4-FFF2-40B4-BE49-F238E27FC236}">
                <a16:creationId xmlns:a16="http://schemas.microsoft.com/office/drawing/2014/main" id="{7A005C24-22B9-0469-5F43-9C5B32C2F169}"/>
              </a:ext>
            </a:extLst>
          </p:cNvPr>
          <p:cNvSpPr txBox="1"/>
          <p:nvPr/>
        </p:nvSpPr>
        <p:spPr>
          <a:xfrm>
            <a:off x="6715432" y="6187838"/>
            <a:ext cx="3854245" cy="307777"/>
          </a:xfrm>
          <a:prstGeom prst="rect">
            <a:avLst/>
          </a:prstGeom>
          <a:noFill/>
        </p:spPr>
        <p:txBody>
          <a:bodyPr wrap="square">
            <a:spAutoFit/>
          </a:bodyPr>
          <a:lstStyle/>
          <a:p>
            <a:r>
              <a:rPr lang="en-US" sz="1400" dirty="0"/>
              <a:t>shape &lt; 1    =&gt;    WSS = 0.5 , WAS = 0.5 </a:t>
            </a:r>
          </a:p>
        </p:txBody>
      </p:sp>
      <p:sp>
        <p:nvSpPr>
          <p:cNvPr id="15" name="Content Placeholder 2">
            <a:extLst>
              <a:ext uri="{FF2B5EF4-FFF2-40B4-BE49-F238E27FC236}">
                <a16:creationId xmlns:a16="http://schemas.microsoft.com/office/drawing/2014/main" id="{963E240A-C47F-F38F-1195-A0EE810B2E48}"/>
              </a:ext>
            </a:extLst>
          </p:cNvPr>
          <p:cNvSpPr txBox="1">
            <a:spLocks/>
          </p:cNvSpPr>
          <p:nvPr/>
        </p:nvSpPr>
        <p:spPr>
          <a:xfrm>
            <a:off x="540774" y="5048603"/>
            <a:ext cx="4060723" cy="823402"/>
          </a:xfrm>
          <a:prstGeom prst="rect">
            <a:avLst/>
          </a:prstGeom>
        </p:spPr>
        <p:txBody>
          <a:bodyPr>
            <a:noAutofit/>
          </a:bodyPr>
          <a:lstStyle>
            <a:lvl1pPr marL="228600" indent="-228600" algn="l" defTabSz="914400" rtl="0" eaLnBrk="1" latinLnBrk="0" hangingPunct="1">
              <a:lnSpc>
                <a:spcPct val="90000"/>
              </a:lnSpc>
              <a:spcBef>
                <a:spcPts val="1800"/>
              </a:spcBef>
              <a:buClr>
                <a:schemeClr val="accent1">
                  <a:lumMod val="75000"/>
                </a:schemeClr>
              </a:buClr>
              <a:buSzPct val="100000"/>
              <a:buFont typeface="Arial" pitchFamily="34" charset="0"/>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1200"/>
              </a:spcBef>
              <a:buClr>
                <a:schemeClr val="accent1">
                  <a:lumMod val="75000"/>
                </a:schemeClr>
              </a:buClr>
              <a:buSzPct val="100000"/>
              <a:buFont typeface="Arial" pitchFamily="34" charset="0"/>
              <a:buChar char="▪"/>
              <a:defRPr sz="1800" kern="1200">
                <a:solidFill>
                  <a:schemeClr val="tx1"/>
                </a:solidFill>
                <a:latin typeface="+mn-lt"/>
                <a:ea typeface="+mn-ea"/>
                <a:cs typeface="+mn-cs"/>
              </a:defRPr>
            </a:lvl2pPr>
            <a:lvl3pPr marL="685800" indent="-179388" algn="l" defTabSz="914400" rtl="0" eaLnBrk="1" latinLnBrk="0" hangingPunct="1">
              <a:lnSpc>
                <a:spcPct val="90000"/>
              </a:lnSpc>
              <a:spcBef>
                <a:spcPts val="800"/>
              </a:spcBef>
              <a:buClr>
                <a:schemeClr val="accent1">
                  <a:lumMod val="75000"/>
                </a:schemeClr>
              </a:buClr>
              <a:buSzPct val="100000"/>
              <a:buFont typeface="Arial" pitchFamily="34" charset="0"/>
              <a:buChar char="▪"/>
              <a:defRPr sz="1600" kern="1200">
                <a:solidFill>
                  <a:schemeClr val="tx1"/>
                </a:solidFill>
                <a:latin typeface="+mn-lt"/>
                <a:ea typeface="+mn-ea"/>
                <a:cs typeface="+mn-cs"/>
              </a:defRPr>
            </a:lvl3pPr>
            <a:lvl4pPr marL="914400" indent="-182880" algn="l" defTabSz="914400" rtl="0" eaLnBrk="1" latinLnBrk="0" hangingPunct="1">
              <a:lnSpc>
                <a:spcPct val="90000"/>
              </a:lnSpc>
              <a:spcBef>
                <a:spcPts val="8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4pPr>
            <a:lvl5pPr marL="1143000" indent="-179388"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5pPr>
            <a:lvl6pPr marL="1371600" indent="-182880"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6pPr>
            <a:lvl7pPr marL="1600200" indent="-179388"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7pPr>
            <a:lvl8pPr marL="1828800" indent="-182880"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8pPr>
            <a:lvl9pPr marL="1878012" indent="0" algn="l" defTabSz="914400" rtl="0" eaLnBrk="1" latinLnBrk="0" hangingPunct="1">
              <a:lnSpc>
                <a:spcPct val="90000"/>
              </a:lnSpc>
              <a:spcBef>
                <a:spcPts val="600"/>
              </a:spcBef>
              <a:buClr>
                <a:schemeClr val="accent1">
                  <a:lumMod val="75000"/>
                </a:schemeClr>
              </a:buClr>
              <a:buSzPct val="100000"/>
              <a:buFont typeface="Arial" pitchFamily="34" charset="0"/>
              <a:buNone/>
              <a:defRPr sz="1400" kern="1200">
                <a:solidFill>
                  <a:schemeClr val="tx1"/>
                </a:solidFill>
                <a:latin typeface="+mn-lt"/>
                <a:ea typeface="+mn-ea"/>
                <a:cs typeface="+mn-cs"/>
              </a:defRPr>
            </a:lvl9pPr>
          </a:lstStyle>
          <a:p>
            <a:pPr marL="0" indent="0">
              <a:lnSpc>
                <a:spcPct val="100000"/>
              </a:lnSpc>
              <a:buNone/>
            </a:pPr>
            <a:r>
              <a:rPr lang="en-US" sz="1400" dirty="0"/>
              <a:t>d = 1</a:t>
            </a:r>
            <a:endParaRPr lang="en-US" sz="1600" dirty="0"/>
          </a:p>
        </p:txBody>
      </p:sp>
      <p:sp>
        <p:nvSpPr>
          <p:cNvPr id="16" name="Content Placeholder 2">
            <a:extLst>
              <a:ext uri="{FF2B5EF4-FFF2-40B4-BE49-F238E27FC236}">
                <a16:creationId xmlns:a16="http://schemas.microsoft.com/office/drawing/2014/main" id="{AEB42FD3-5ADF-24D2-855E-6289F5716DB2}"/>
              </a:ext>
            </a:extLst>
          </p:cNvPr>
          <p:cNvSpPr txBox="1">
            <a:spLocks/>
          </p:cNvSpPr>
          <p:nvPr/>
        </p:nvSpPr>
        <p:spPr>
          <a:xfrm>
            <a:off x="6715432" y="5048603"/>
            <a:ext cx="5624052" cy="823402"/>
          </a:xfrm>
          <a:prstGeom prst="rect">
            <a:avLst/>
          </a:prstGeom>
        </p:spPr>
        <p:txBody>
          <a:bodyPr>
            <a:noAutofit/>
          </a:bodyPr>
          <a:lstStyle>
            <a:lvl1pPr marL="228600" indent="-228600" algn="l" defTabSz="914400" rtl="0" eaLnBrk="1" latinLnBrk="0" hangingPunct="1">
              <a:lnSpc>
                <a:spcPct val="90000"/>
              </a:lnSpc>
              <a:spcBef>
                <a:spcPts val="1800"/>
              </a:spcBef>
              <a:buClr>
                <a:schemeClr val="accent1">
                  <a:lumMod val="75000"/>
                </a:schemeClr>
              </a:buClr>
              <a:buSzPct val="100000"/>
              <a:buFont typeface="Arial" pitchFamily="34" charset="0"/>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1200"/>
              </a:spcBef>
              <a:buClr>
                <a:schemeClr val="accent1">
                  <a:lumMod val="75000"/>
                </a:schemeClr>
              </a:buClr>
              <a:buSzPct val="100000"/>
              <a:buFont typeface="Arial" pitchFamily="34" charset="0"/>
              <a:buChar char="▪"/>
              <a:defRPr sz="1800" kern="1200">
                <a:solidFill>
                  <a:schemeClr val="tx1"/>
                </a:solidFill>
                <a:latin typeface="+mn-lt"/>
                <a:ea typeface="+mn-ea"/>
                <a:cs typeface="+mn-cs"/>
              </a:defRPr>
            </a:lvl2pPr>
            <a:lvl3pPr marL="685800" indent="-179388" algn="l" defTabSz="914400" rtl="0" eaLnBrk="1" latinLnBrk="0" hangingPunct="1">
              <a:lnSpc>
                <a:spcPct val="90000"/>
              </a:lnSpc>
              <a:spcBef>
                <a:spcPts val="800"/>
              </a:spcBef>
              <a:buClr>
                <a:schemeClr val="accent1">
                  <a:lumMod val="75000"/>
                </a:schemeClr>
              </a:buClr>
              <a:buSzPct val="100000"/>
              <a:buFont typeface="Arial" pitchFamily="34" charset="0"/>
              <a:buChar char="▪"/>
              <a:defRPr sz="1600" kern="1200">
                <a:solidFill>
                  <a:schemeClr val="tx1"/>
                </a:solidFill>
                <a:latin typeface="+mn-lt"/>
                <a:ea typeface="+mn-ea"/>
                <a:cs typeface="+mn-cs"/>
              </a:defRPr>
            </a:lvl3pPr>
            <a:lvl4pPr marL="914400" indent="-182880" algn="l" defTabSz="914400" rtl="0" eaLnBrk="1" latinLnBrk="0" hangingPunct="1">
              <a:lnSpc>
                <a:spcPct val="90000"/>
              </a:lnSpc>
              <a:spcBef>
                <a:spcPts val="8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4pPr>
            <a:lvl5pPr marL="1143000" indent="-179388"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5pPr>
            <a:lvl6pPr marL="1371600" indent="-182880"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6pPr>
            <a:lvl7pPr marL="1600200" indent="-179388"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7pPr>
            <a:lvl8pPr marL="1828800" indent="-182880"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8pPr>
            <a:lvl9pPr marL="1878012" indent="0" algn="l" defTabSz="914400" rtl="0" eaLnBrk="1" latinLnBrk="0" hangingPunct="1">
              <a:lnSpc>
                <a:spcPct val="90000"/>
              </a:lnSpc>
              <a:spcBef>
                <a:spcPts val="600"/>
              </a:spcBef>
              <a:buClr>
                <a:schemeClr val="accent1">
                  <a:lumMod val="75000"/>
                </a:schemeClr>
              </a:buClr>
              <a:buSzPct val="100000"/>
              <a:buFont typeface="Arial" pitchFamily="34" charset="0"/>
              <a:buNone/>
              <a:defRPr sz="1400" kern="1200">
                <a:solidFill>
                  <a:schemeClr val="tx1"/>
                </a:solidFill>
                <a:latin typeface="+mn-lt"/>
                <a:ea typeface="+mn-ea"/>
                <a:cs typeface="+mn-cs"/>
              </a:defRPr>
            </a:lvl9pPr>
          </a:lstStyle>
          <a:p>
            <a:pPr marL="0" indent="0">
              <a:lnSpc>
                <a:spcPct val="100000"/>
              </a:lnSpc>
              <a:buNone/>
            </a:pPr>
            <a:r>
              <a:rPr lang="en-US" sz="1400" dirty="0"/>
              <a:t>d = 2 , 5 , 10</a:t>
            </a:r>
            <a:endParaRPr lang="en-US" sz="1600" dirty="0"/>
          </a:p>
        </p:txBody>
      </p:sp>
      <p:sp>
        <p:nvSpPr>
          <p:cNvPr id="18" name="Title 1">
            <a:extLst>
              <a:ext uri="{FF2B5EF4-FFF2-40B4-BE49-F238E27FC236}">
                <a16:creationId xmlns:a16="http://schemas.microsoft.com/office/drawing/2014/main" id="{1B7E2D40-97A0-829A-7E1B-247F06113F29}"/>
              </a:ext>
            </a:extLst>
          </p:cNvPr>
          <p:cNvSpPr txBox="1">
            <a:spLocks/>
          </p:cNvSpPr>
          <p:nvPr/>
        </p:nvSpPr>
        <p:spPr>
          <a:xfrm>
            <a:off x="540774" y="255696"/>
            <a:ext cx="9601200" cy="931656"/>
          </a:xfrm>
          <a:prstGeom prst="rect">
            <a:avLst/>
          </a:prstGeom>
        </p:spPr>
        <p:txBody>
          <a:bodyPr/>
          <a:lstStyle>
            <a:lvl1pPr algn="l" defTabSz="914400" rtl="0" eaLnBrk="1" latinLnBrk="0" hangingPunct="1">
              <a:lnSpc>
                <a:spcPct val="90000"/>
              </a:lnSpc>
              <a:spcBef>
                <a:spcPct val="0"/>
              </a:spcBef>
              <a:buNone/>
              <a:defRPr sz="3200" b="1" kern="1200">
                <a:solidFill>
                  <a:schemeClr val="accent1">
                    <a:lumMod val="75000"/>
                  </a:schemeClr>
                </a:solidFill>
                <a:latin typeface="+mj-lt"/>
                <a:ea typeface="+mj-ea"/>
                <a:cs typeface="+mj-cs"/>
              </a:defRPr>
            </a:lvl1pPr>
          </a:lstStyle>
          <a:p>
            <a:r>
              <a:rPr lang="en-US" dirty="0"/>
              <a:t>Shape &lt;1   =&gt;   Heavier tails  </a:t>
            </a:r>
          </a:p>
          <a:p>
            <a:endParaRPr lang="fa-IR" dirty="0"/>
          </a:p>
        </p:txBody>
      </p:sp>
    </p:spTree>
    <p:extLst>
      <p:ext uri="{BB962C8B-B14F-4D97-AF65-F5344CB8AC3E}">
        <p14:creationId xmlns:p14="http://schemas.microsoft.com/office/powerpoint/2010/main" val="41840657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568EF631-86DA-CAA3-152C-188E9A7D84BA}"/>
              </a:ext>
            </a:extLst>
          </p:cNvPr>
          <p:cNvSpPr txBox="1">
            <a:spLocks/>
          </p:cNvSpPr>
          <p:nvPr/>
        </p:nvSpPr>
        <p:spPr>
          <a:xfrm>
            <a:off x="540774" y="5048603"/>
            <a:ext cx="4060723" cy="823402"/>
          </a:xfrm>
          <a:prstGeom prst="rect">
            <a:avLst/>
          </a:prstGeom>
        </p:spPr>
        <p:txBody>
          <a:bodyPr>
            <a:noAutofit/>
          </a:bodyPr>
          <a:lstStyle>
            <a:lvl1pPr marL="228600" indent="-228600" algn="l" defTabSz="914400" rtl="0" eaLnBrk="1" latinLnBrk="0" hangingPunct="1">
              <a:lnSpc>
                <a:spcPct val="90000"/>
              </a:lnSpc>
              <a:spcBef>
                <a:spcPts val="1800"/>
              </a:spcBef>
              <a:buClr>
                <a:schemeClr val="accent1">
                  <a:lumMod val="75000"/>
                </a:schemeClr>
              </a:buClr>
              <a:buSzPct val="100000"/>
              <a:buFont typeface="Arial" pitchFamily="34" charset="0"/>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1200"/>
              </a:spcBef>
              <a:buClr>
                <a:schemeClr val="accent1">
                  <a:lumMod val="75000"/>
                </a:schemeClr>
              </a:buClr>
              <a:buSzPct val="100000"/>
              <a:buFont typeface="Arial" pitchFamily="34" charset="0"/>
              <a:buChar char="▪"/>
              <a:defRPr sz="1800" kern="1200">
                <a:solidFill>
                  <a:schemeClr val="tx1"/>
                </a:solidFill>
                <a:latin typeface="+mn-lt"/>
                <a:ea typeface="+mn-ea"/>
                <a:cs typeface="+mn-cs"/>
              </a:defRPr>
            </a:lvl2pPr>
            <a:lvl3pPr marL="685800" indent="-179388" algn="l" defTabSz="914400" rtl="0" eaLnBrk="1" latinLnBrk="0" hangingPunct="1">
              <a:lnSpc>
                <a:spcPct val="90000"/>
              </a:lnSpc>
              <a:spcBef>
                <a:spcPts val="800"/>
              </a:spcBef>
              <a:buClr>
                <a:schemeClr val="accent1">
                  <a:lumMod val="75000"/>
                </a:schemeClr>
              </a:buClr>
              <a:buSzPct val="100000"/>
              <a:buFont typeface="Arial" pitchFamily="34" charset="0"/>
              <a:buChar char="▪"/>
              <a:defRPr sz="1600" kern="1200">
                <a:solidFill>
                  <a:schemeClr val="tx1"/>
                </a:solidFill>
                <a:latin typeface="+mn-lt"/>
                <a:ea typeface="+mn-ea"/>
                <a:cs typeface="+mn-cs"/>
              </a:defRPr>
            </a:lvl3pPr>
            <a:lvl4pPr marL="914400" indent="-182880" algn="l" defTabSz="914400" rtl="0" eaLnBrk="1" latinLnBrk="0" hangingPunct="1">
              <a:lnSpc>
                <a:spcPct val="90000"/>
              </a:lnSpc>
              <a:spcBef>
                <a:spcPts val="8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4pPr>
            <a:lvl5pPr marL="1143000" indent="-179388"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5pPr>
            <a:lvl6pPr marL="1371600" indent="-182880"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6pPr>
            <a:lvl7pPr marL="1600200" indent="-179388"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7pPr>
            <a:lvl8pPr marL="1828800" indent="-182880"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8pPr>
            <a:lvl9pPr marL="1878012" indent="0" algn="l" defTabSz="914400" rtl="0" eaLnBrk="1" latinLnBrk="0" hangingPunct="1">
              <a:lnSpc>
                <a:spcPct val="90000"/>
              </a:lnSpc>
              <a:spcBef>
                <a:spcPts val="600"/>
              </a:spcBef>
              <a:buClr>
                <a:schemeClr val="accent1">
                  <a:lumMod val="75000"/>
                </a:schemeClr>
              </a:buClr>
              <a:buSzPct val="100000"/>
              <a:buFont typeface="Arial" pitchFamily="34" charset="0"/>
              <a:buNone/>
              <a:defRPr sz="1400" kern="1200">
                <a:solidFill>
                  <a:schemeClr val="tx1"/>
                </a:solidFill>
                <a:latin typeface="+mn-lt"/>
                <a:ea typeface="+mn-ea"/>
                <a:cs typeface="+mn-cs"/>
              </a:defRPr>
            </a:lvl9pPr>
          </a:lstStyle>
          <a:p>
            <a:pPr marL="0" indent="0">
              <a:lnSpc>
                <a:spcPct val="100000"/>
              </a:lnSpc>
              <a:buNone/>
            </a:pPr>
            <a:r>
              <a:rPr lang="en-US" sz="1400" dirty="0"/>
              <a:t>d = 1</a:t>
            </a:r>
            <a:endParaRPr lang="en-US" sz="1600" dirty="0"/>
          </a:p>
        </p:txBody>
      </p:sp>
      <p:sp>
        <p:nvSpPr>
          <p:cNvPr id="3" name="Content Placeholder 2">
            <a:extLst>
              <a:ext uri="{FF2B5EF4-FFF2-40B4-BE49-F238E27FC236}">
                <a16:creationId xmlns:a16="http://schemas.microsoft.com/office/drawing/2014/main" id="{F06B92BE-9E1A-90C6-B9FB-B0542B7ED1E0}"/>
              </a:ext>
            </a:extLst>
          </p:cNvPr>
          <p:cNvSpPr txBox="1">
            <a:spLocks/>
          </p:cNvSpPr>
          <p:nvPr/>
        </p:nvSpPr>
        <p:spPr>
          <a:xfrm>
            <a:off x="6715432" y="5048603"/>
            <a:ext cx="5624052" cy="823402"/>
          </a:xfrm>
          <a:prstGeom prst="rect">
            <a:avLst/>
          </a:prstGeom>
        </p:spPr>
        <p:txBody>
          <a:bodyPr>
            <a:noAutofit/>
          </a:bodyPr>
          <a:lstStyle>
            <a:lvl1pPr marL="228600" indent="-228600" algn="l" defTabSz="914400" rtl="0" eaLnBrk="1" latinLnBrk="0" hangingPunct="1">
              <a:lnSpc>
                <a:spcPct val="90000"/>
              </a:lnSpc>
              <a:spcBef>
                <a:spcPts val="1800"/>
              </a:spcBef>
              <a:buClr>
                <a:schemeClr val="accent1">
                  <a:lumMod val="75000"/>
                </a:schemeClr>
              </a:buClr>
              <a:buSzPct val="100000"/>
              <a:buFont typeface="Arial" pitchFamily="34" charset="0"/>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1200"/>
              </a:spcBef>
              <a:buClr>
                <a:schemeClr val="accent1">
                  <a:lumMod val="75000"/>
                </a:schemeClr>
              </a:buClr>
              <a:buSzPct val="100000"/>
              <a:buFont typeface="Arial" pitchFamily="34" charset="0"/>
              <a:buChar char="▪"/>
              <a:defRPr sz="1800" kern="1200">
                <a:solidFill>
                  <a:schemeClr val="tx1"/>
                </a:solidFill>
                <a:latin typeface="+mn-lt"/>
                <a:ea typeface="+mn-ea"/>
                <a:cs typeface="+mn-cs"/>
              </a:defRPr>
            </a:lvl2pPr>
            <a:lvl3pPr marL="685800" indent="-179388" algn="l" defTabSz="914400" rtl="0" eaLnBrk="1" latinLnBrk="0" hangingPunct="1">
              <a:lnSpc>
                <a:spcPct val="90000"/>
              </a:lnSpc>
              <a:spcBef>
                <a:spcPts val="800"/>
              </a:spcBef>
              <a:buClr>
                <a:schemeClr val="accent1">
                  <a:lumMod val="75000"/>
                </a:schemeClr>
              </a:buClr>
              <a:buSzPct val="100000"/>
              <a:buFont typeface="Arial" pitchFamily="34" charset="0"/>
              <a:buChar char="▪"/>
              <a:defRPr sz="1600" kern="1200">
                <a:solidFill>
                  <a:schemeClr val="tx1"/>
                </a:solidFill>
                <a:latin typeface="+mn-lt"/>
                <a:ea typeface="+mn-ea"/>
                <a:cs typeface="+mn-cs"/>
              </a:defRPr>
            </a:lvl3pPr>
            <a:lvl4pPr marL="914400" indent="-182880" algn="l" defTabSz="914400" rtl="0" eaLnBrk="1" latinLnBrk="0" hangingPunct="1">
              <a:lnSpc>
                <a:spcPct val="90000"/>
              </a:lnSpc>
              <a:spcBef>
                <a:spcPts val="8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4pPr>
            <a:lvl5pPr marL="1143000" indent="-179388"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5pPr>
            <a:lvl6pPr marL="1371600" indent="-182880"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6pPr>
            <a:lvl7pPr marL="1600200" indent="-179388"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7pPr>
            <a:lvl8pPr marL="1828800" indent="-182880"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8pPr>
            <a:lvl9pPr marL="1878012" indent="0" algn="l" defTabSz="914400" rtl="0" eaLnBrk="1" latinLnBrk="0" hangingPunct="1">
              <a:lnSpc>
                <a:spcPct val="90000"/>
              </a:lnSpc>
              <a:spcBef>
                <a:spcPts val="600"/>
              </a:spcBef>
              <a:buClr>
                <a:schemeClr val="accent1">
                  <a:lumMod val="75000"/>
                </a:schemeClr>
              </a:buClr>
              <a:buSzPct val="100000"/>
              <a:buFont typeface="Arial" pitchFamily="34" charset="0"/>
              <a:buNone/>
              <a:defRPr sz="1400" kern="1200">
                <a:solidFill>
                  <a:schemeClr val="tx1"/>
                </a:solidFill>
                <a:latin typeface="+mn-lt"/>
                <a:ea typeface="+mn-ea"/>
                <a:cs typeface="+mn-cs"/>
              </a:defRPr>
            </a:lvl9pPr>
          </a:lstStyle>
          <a:p>
            <a:pPr marL="0" indent="0">
              <a:lnSpc>
                <a:spcPct val="100000"/>
              </a:lnSpc>
              <a:buNone/>
            </a:pPr>
            <a:r>
              <a:rPr lang="en-US" sz="1400" dirty="0"/>
              <a:t>d = 2 , 5 , 10</a:t>
            </a:r>
            <a:endParaRPr lang="en-US" sz="1600" dirty="0"/>
          </a:p>
        </p:txBody>
      </p:sp>
      <p:sp>
        <p:nvSpPr>
          <p:cNvPr id="4" name="Content Placeholder 2">
            <a:extLst>
              <a:ext uri="{FF2B5EF4-FFF2-40B4-BE49-F238E27FC236}">
                <a16:creationId xmlns:a16="http://schemas.microsoft.com/office/drawing/2014/main" id="{D5AC439F-E119-FE72-3668-28B073EDFA7B}"/>
              </a:ext>
            </a:extLst>
          </p:cNvPr>
          <p:cNvSpPr txBox="1">
            <a:spLocks/>
          </p:cNvSpPr>
          <p:nvPr/>
        </p:nvSpPr>
        <p:spPr>
          <a:xfrm>
            <a:off x="1850921" y="6232972"/>
            <a:ext cx="4245079" cy="369332"/>
          </a:xfrm>
          <a:prstGeom prst="rect">
            <a:avLst/>
          </a:prstGeom>
        </p:spPr>
        <p:txBody>
          <a:bodyPr>
            <a:noAutofit/>
          </a:bodyPr>
          <a:lstStyle>
            <a:lvl1pPr marL="228600" indent="-228600" algn="l" defTabSz="914400" rtl="0" eaLnBrk="1" latinLnBrk="0" hangingPunct="1">
              <a:lnSpc>
                <a:spcPct val="90000"/>
              </a:lnSpc>
              <a:spcBef>
                <a:spcPts val="1800"/>
              </a:spcBef>
              <a:buClr>
                <a:schemeClr val="accent1">
                  <a:lumMod val="75000"/>
                </a:schemeClr>
              </a:buClr>
              <a:buSzPct val="100000"/>
              <a:buFont typeface="Arial" pitchFamily="34" charset="0"/>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1200"/>
              </a:spcBef>
              <a:buClr>
                <a:schemeClr val="accent1">
                  <a:lumMod val="75000"/>
                </a:schemeClr>
              </a:buClr>
              <a:buSzPct val="100000"/>
              <a:buFont typeface="Arial" pitchFamily="34" charset="0"/>
              <a:buChar char="▪"/>
              <a:defRPr sz="1800" kern="1200">
                <a:solidFill>
                  <a:schemeClr val="tx1"/>
                </a:solidFill>
                <a:latin typeface="+mn-lt"/>
                <a:ea typeface="+mn-ea"/>
                <a:cs typeface="+mn-cs"/>
              </a:defRPr>
            </a:lvl2pPr>
            <a:lvl3pPr marL="685800" indent="-179388" algn="l" defTabSz="914400" rtl="0" eaLnBrk="1" latinLnBrk="0" hangingPunct="1">
              <a:lnSpc>
                <a:spcPct val="90000"/>
              </a:lnSpc>
              <a:spcBef>
                <a:spcPts val="800"/>
              </a:spcBef>
              <a:buClr>
                <a:schemeClr val="accent1">
                  <a:lumMod val="75000"/>
                </a:schemeClr>
              </a:buClr>
              <a:buSzPct val="100000"/>
              <a:buFont typeface="Arial" pitchFamily="34" charset="0"/>
              <a:buChar char="▪"/>
              <a:defRPr sz="1600" kern="1200">
                <a:solidFill>
                  <a:schemeClr val="tx1"/>
                </a:solidFill>
                <a:latin typeface="+mn-lt"/>
                <a:ea typeface="+mn-ea"/>
                <a:cs typeface="+mn-cs"/>
              </a:defRPr>
            </a:lvl3pPr>
            <a:lvl4pPr marL="914400" indent="-182880" algn="l" defTabSz="914400" rtl="0" eaLnBrk="1" latinLnBrk="0" hangingPunct="1">
              <a:lnSpc>
                <a:spcPct val="90000"/>
              </a:lnSpc>
              <a:spcBef>
                <a:spcPts val="8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4pPr>
            <a:lvl5pPr marL="1143000" indent="-179388"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5pPr>
            <a:lvl6pPr marL="1371600" indent="-182880"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6pPr>
            <a:lvl7pPr marL="1600200" indent="-179388"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7pPr>
            <a:lvl8pPr marL="1828800" indent="-182880"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8pPr>
            <a:lvl9pPr marL="1878012" indent="0" algn="l" defTabSz="914400" rtl="0" eaLnBrk="1" latinLnBrk="0" hangingPunct="1">
              <a:lnSpc>
                <a:spcPct val="90000"/>
              </a:lnSpc>
              <a:spcBef>
                <a:spcPts val="600"/>
              </a:spcBef>
              <a:buClr>
                <a:schemeClr val="accent1">
                  <a:lumMod val="75000"/>
                </a:schemeClr>
              </a:buClr>
              <a:buSzPct val="100000"/>
              <a:buFont typeface="Arial" pitchFamily="34" charset="0"/>
              <a:buNone/>
              <a:defRPr sz="1400" kern="1200">
                <a:solidFill>
                  <a:schemeClr val="tx1"/>
                </a:solidFill>
                <a:latin typeface="+mn-lt"/>
                <a:ea typeface="+mn-ea"/>
                <a:cs typeface="+mn-cs"/>
              </a:defRPr>
            </a:lvl9pPr>
          </a:lstStyle>
          <a:p>
            <a:pPr marL="0" indent="0">
              <a:buNone/>
            </a:pPr>
            <a:r>
              <a:rPr lang="en-US" sz="1400" dirty="0"/>
              <a:t>Parameters: λ = 0.5, μ = 1, N = 50, MAXT = 20000</a:t>
            </a:r>
          </a:p>
        </p:txBody>
      </p:sp>
      <p:sp>
        <p:nvSpPr>
          <p:cNvPr id="7" name="TextBox 6">
            <a:extLst>
              <a:ext uri="{FF2B5EF4-FFF2-40B4-BE49-F238E27FC236}">
                <a16:creationId xmlns:a16="http://schemas.microsoft.com/office/drawing/2014/main" id="{E5B6BA05-589E-E992-944C-3E7AC345FAFD}"/>
              </a:ext>
            </a:extLst>
          </p:cNvPr>
          <p:cNvSpPr txBox="1"/>
          <p:nvPr/>
        </p:nvSpPr>
        <p:spPr>
          <a:xfrm>
            <a:off x="6715432" y="6187838"/>
            <a:ext cx="3854245" cy="307777"/>
          </a:xfrm>
          <a:prstGeom prst="rect">
            <a:avLst/>
          </a:prstGeom>
          <a:noFill/>
        </p:spPr>
        <p:txBody>
          <a:bodyPr wrap="square">
            <a:spAutoFit/>
          </a:bodyPr>
          <a:lstStyle/>
          <a:p>
            <a:r>
              <a:rPr lang="en-US" sz="1400" dirty="0"/>
              <a:t>shape &lt; 1    =&gt;    WSS = 1 , WAS = 1 </a:t>
            </a:r>
          </a:p>
        </p:txBody>
      </p:sp>
      <p:pic>
        <p:nvPicPr>
          <p:cNvPr id="11" name="Picture 10">
            <a:extLst>
              <a:ext uri="{FF2B5EF4-FFF2-40B4-BE49-F238E27FC236}">
                <a16:creationId xmlns:a16="http://schemas.microsoft.com/office/drawing/2014/main" id="{D479DB0D-79ED-8679-9527-B22310F52A4A}"/>
              </a:ext>
            </a:extLst>
          </p:cNvPr>
          <p:cNvPicPr>
            <a:picLocks noChangeAspect="1"/>
          </p:cNvPicPr>
          <p:nvPr/>
        </p:nvPicPr>
        <p:blipFill>
          <a:blip r:embed="rId2"/>
          <a:stretch>
            <a:fillRect/>
          </a:stretch>
        </p:blipFill>
        <p:spPr>
          <a:xfrm>
            <a:off x="6715432" y="926742"/>
            <a:ext cx="5265253" cy="3760895"/>
          </a:xfrm>
          <a:prstGeom prst="rect">
            <a:avLst/>
          </a:prstGeom>
        </p:spPr>
      </p:pic>
      <p:pic>
        <p:nvPicPr>
          <p:cNvPr id="13" name="Picture 12">
            <a:extLst>
              <a:ext uri="{FF2B5EF4-FFF2-40B4-BE49-F238E27FC236}">
                <a16:creationId xmlns:a16="http://schemas.microsoft.com/office/drawing/2014/main" id="{3829C714-F5FC-DF0E-263D-7167052C4686}"/>
              </a:ext>
            </a:extLst>
          </p:cNvPr>
          <p:cNvPicPr>
            <a:picLocks noChangeAspect="1"/>
          </p:cNvPicPr>
          <p:nvPr/>
        </p:nvPicPr>
        <p:blipFill>
          <a:blip r:embed="rId3"/>
          <a:stretch>
            <a:fillRect/>
          </a:stretch>
        </p:blipFill>
        <p:spPr>
          <a:xfrm>
            <a:off x="540774" y="926742"/>
            <a:ext cx="5265252" cy="3760894"/>
          </a:xfrm>
          <a:prstGeom prst="rect">
            <a:avLst/>
          </a:prstGeom>
        </p:spPr>
      </p:pic>
      <p:sp>
        <p:nvSpPr>
          <p:cNvPr id="16" name="Title 1">
            <a:extLst>
              <a:ext uri="{FF2B5EF4-FFF2-40B4-BE49-F238E27FC236}">
                <a16:creationId xmlns:a16="http://schemas.microsoft.com/office/drawing/2014/main" id="{490EF5FE-0523-5C7A-6070-6F3AC38424D2}"/>
              </a:ext>
            </a:extLst>
          </p:cNvPr>
          <p:cNvSpPr txBox="1">
            <a:spLocks/>
          </p:cNvSpPr>
          <p:nvPr/>
        </p:nvSpPr>
        <p:spPr>
          <a:xfrm>
            <a:off x="540774" y="255696"/>
            <a:ext cx="9601200" cy="931656"/>
          </a:xfrm>
          <a:prstGeom prst="rect">
            <a:avLst/>
          </a:prstGeom>
        </p:spPr>
        <p:txBody>
          <a:bodyPr/>
          <a:lstStyle>
            <a:lvl1pPr algn="l" defTabSz="914400" rtl="0" eaLnBrk="1" latinLnBrk="0" hangingPunct="1">
              <a:lnSpc>
                <a:spcPct val="90000"/>
              </a:lnSpc>
              <a:spcBef>
                <a:spcPct val="0"/>
              </a:spcBef>
              <a:buNone/>
              <a:defRPr sz="3200" b="1" kern="1200">
                <a:solidFill>
                  <a:schemeClr val="accent1">
                    <a:lumMod val="75000"/>
                  </a:schemeClr>
                </a:solidFill>
                <a:latin typeface="+mj-lt"/>
                <a:ea typeface="+mj-ea"/>
                <a:cs typeface="+mj-cs"/>
              </a:defRPr>
            </a:lvl1pPr>
          </a:lstStyle>
          <a:p>
            <a:r>
              <a:rPr lang="en-US" dirty="0"/>
              <a:t>Shape = 1   =&gt;  exponential</a:t>
            </a:r>
          </a:p>
          <a:p>
            <a:endParaRPr lang="fa-IR" dirty="0"/>
          </a:p>
        </p:txBody>
      </p:sp>
    </p:spTree>
    <p:extLst>
      <p:ext uri="{BB962C8B-B14F-4D97-AF65-F5344CB8AC3E}">
        <p14:creationId xmlns:p14="http://schemas.microsoft.com/office/powerpoint/2010/main" val="20939463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7EDE88F-2D3C-820E-9794-3A2DA115EF30}"/>
              </a:ext>
            </a:extLst>
          </p:cNvPr>
          <p:cNvPicPr>
            <a:picLocks noChangeAspect="1"/>
          </p:cNvPicPr>
          <p:nvPr/>
        </p:nvPicPr>
        <p:blipFill>
          <a:blip r:embed="rId2"/>
          <a:stretch>
            <a:fillRect/>
          </a:stretch>
        </p:blipFill>
        <p:spPr>
          <a:xfrm>
            <a:off x="6715432" y="926740"/>
            <a:ext cx="5265255" cy="3760896"/>
          </a:xfrm>
          <a:prstGeom prst="rect">
            <a:avLst/>
          </a:prstGeom>
        </p:spPr>
      </p:pic>
      <p:pic>
        <p:nvPicPr>
          <p:cNvPr id="5" name="Picture 4">
            <a:extLst>
              <a:ext uri="{FF2B5EF4-FFF2-40B4-BE49-F238E27FC236}">
                <a16:creationId xmlns:a16="http://schemas.microsoft.com/office/drawing/2014/main" id="{C5F1418A-874B-6551-475D-77E0C124DE63}"/>
              </a:ext>
            </a:extLst>
          </p:cNvPr>
          <p:cNvPicPr>
            <a:picLocks noChangeAspect="1"/>
          </p:cNvPicPr>
          <p:nvPr/>
        </p:nvPicPr>
        <p:blipFill>
          <a:blip r:embed="rId3"/>
          <a:stretch>
            <a:fillRect/>
          </a:stretch>
        </p:blipFill>
        <p:spPr>
          <a:xfrm>
            <a:off x="540774" y="926741"/>
            <a:ext cx="5265253" cy="3760895"/>
          </a:xfrm>
          <a:prstGeom prst="rect">
            <a:avLst/>
          </a:prstGeom>
        </p:spPr>
      </p:pic>
      <p:sp>
        <p:nvSpPr>
          <p:cNvPr id="6" name="Content Placeholder 2">
            <a:extLst>
              <a:ext uri="{FF2B5EF4-FFF2-40B4-BE49-F238E27FC236}">
                <a16:creationId xmlns:a16="http://schemas.microsoft.com/office/drawing/2014/main" id="{5A1FCDAF-A8E2-7A73-1E22-86D1C8200C52}"/>
              </a:ext>
            </a:extLst>
          </p:cNvPr>
          <p:cNvSpPr txBox="1">
            <a:spLocks/>
          </p:cNvSpPr>
          <p:nvPr/>
        </p:nvSpPr>
        <p:spPr>
          <a:xfrm>
            <a:off x="540774" y="5048603"/>
            <a:ext cx="4060723" cy="823402"/>
          </a:xfrm>
          <a:prstGeom prst="rect">
            <a:avLst/>
          </a:prstGeom>
        </p:spPr>
        <p:txBody>
          <a:bodyPr>
            <a:noAutofit/>
          </a:bodyPr>
          <a:lstStyle>
            <a:lvl1pPr marL="228600" indent="-228600" algn="l" defTabSz="914400" rtl="0" eaLnBrk="1" latinLnBrk="0" hangingPunct="1">
              <a:lnSpc>
                <a:spcPct val="90000"/>
              </a:lnSpc>
              <a:spcBef>
                <a:spcPts val="1800"/>
              </a:spcBef>
              <a:buClr>
                <a:schemeClr val="accent1">
                  <a:lumMod val="75000"/>
                </a:schemeClr>
              </a:buClr>
              <a:buSzPct val="100000"/>
              <a:buFont typeface="Arial" pitchFamily="34" charset="0"/>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1200"/>
              </a:spcBef>
              <a:buClr>
                <a:schemeClr val="accent1">
                  <a:lumMod val="75000"/>
                </a:schemeClr>
              </a:buClr>
              <a:buSzPct val="100000"/>
              <a:buFont typeface="Arial" pitchFamily="34" charset="0"/>
              <a:buChar char="▪"/>
              <a:defRPr sz="1800" kern="1200">
                <a:solidFill>
                  <a:schemeClr val="tx1"/>
                </a:solidFill>
                <a:latin typeface="+mn-lt"/>
                <a:ea typeface="+mn-ea"/>
                <a:cs typeface="+mn-cs"/>
              </a:defRPr>
            </a:lvl2pPr>
            <a:lvl3pPr marL="685800" indent="-179388" algn="l" defTabSz="914400" rtl="0" eaLnBrk="1" latinLnBrk="0" hangingPunct="1">
              <a:lnSpc>
                <a:spcPct val="90000"/>
              </a:lnSpc>
              <a:spcBef>
                <a:spcPts val="800"/>
              </a:spcBef>
              <a:buClr>
                <a:schemeClr val="accent1">
                  <a:lumMod val="75000"/>
                </a:schemeClr>
              </a:buClr>
              <a:buSzPct val="100000"/>
              <a:buFont typeface="Arial" pitchFamily="34" charset="0"/>
              <a:buChar char="▪"/>
              <a:defRPr sz="1600" kern="1200">
                <a:solidFill>
                  <a:schemeClr val="tx1"/>
                </a:solidFill>
                <a:latin typeface="+mn-lt"/>
                <a:ea typeface="+mn-ea"/>
                <a:cs typeface="+mn-cs"/>
              </a:defRPr>
            </a:lvl3pPr>
            <a:lvl4pPr marL="914400" indent="-182880" algn="l" defTabSz="914400" rtl="0" eaLnBrk="1" latinLnBrk="0" hangingPunct="1">
              <a:lnSpc>
                <a:spcPct val="90000"/>
              </a:lnSpc>
              <a:spcBef>
                <a:spcPts val="8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4pPr>
            <a:lvl5pPr marL="1143000" indent="-179388"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5pPr>
            <a:lvl6pPr marL="1371600" indent="-182880"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6pPr>
            <a:lvl7pPr marL="1600200" indent="-179388"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7pPr>
            <a:lvl8pPr marL="1828800" indent="-182880"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8pPr>
            <a:lvl9pPr marL="1878012" indent="0" algn="l" defTabSz="914400" rtl="0" eaLnBrk="1" latinLnBrk="0" hangingPunct="1">
              <a:lnSpc>
                <a:spcPct val="90000"/>
              </a:lnSpc>
              <a:spcBef>
                <a:spcPts val="600"/>
              </a:spcBef>
              <a:buClr>
                <a:schemeClr val="accent1">
                  <a:lumMod val="75000"/>
                </a:schemeClr>
              </a:buClr>
              <a:buSzPct val="100000"/>
              <a:buFont typeface="Arial" pitchFamily="34" charset="0"/>
              <a:buNone/>
              <a:defRPr sz="1400" kern="1200">
                <a:solidFill>
                  <a:schemeClr val="tx1"/>
                </a:solidFill>
                <a:latin typeface="+mn-lt"/>
                <a:ea typeface="+mn-ea"/>
                <a:cs typeface="+mn-cs"/>
              </a:defRPr>
            </a:lvl9pPr>
          </a:lstStyle>
          <a:p>
            <a:pPr marL="0" indent="0">
              <a:lnSpc>
                <a:spcPct val="100000"/>
              </a:lnSpc>
              <a:buNone/>
            </a:pPr>
            <a:r>
              <a:rPr lang="en-US" sz="1400" dirty="0"/>
              <a:t>d = 1</a:t>
            </a:r>
            <a:endParaRPr lang="en-US" sz="1600" dirty="0"/>
          </a:p>
        </p:txBody>
      </p:sp>
      <p:sp>
        <p:nvSpPr>
          <p:cNvPr id="7" name="Content Placeholder 2">
            <a:extLst>
              <a:ext uri="{FF2B5EF4-FFF2-40B4-BE49-F238E27FC236}">
                <a16:creationId xmlns:a16="http://schemas.microsoft.com/office/drawing/2014/main" id="{78DC6EDE-D376-B748-8E60-E546B885C3F6}"/>
              </a:ext>
            </a:extLst>
          </p:cNvPr>
          <p:cNvSpPr txBox="1">
            <a:spLocks/>
          </p:cNvSpPr>
          <p:nvPr/>
        </p:nvSpPr>
        <p:spPr>
          <a:xfrm>
            <a:off x="6715432" y="5048603"/>
            <a:ext cx="5624052" cy="823402"/>
          </a:xfrm>
          <a:prstGeom prst="rect">
            <a:avLst/>
          </a:prstGeom>
        </p:spPr>
        <p:txBody>
          <a:bodyPr>
            <a:noAutofit/>
          </a:bodyPr>
          <a:lstStyle>
            <a:lvl1pPr marL="228600" indent="-228600" algn="l" defTabSz="914400" rtl="0" eaLnBrk="1" latinLnBrk="0" hangingPunct="1">
              <a:lnSpc>
                <a:spcPct val="90000"/>
              </a:lnSpc>
              <a:spcBef>
                <a:spcPts val="1800"/>
              </a:spcBef>
              <a:buClr>
                <a:schemeClr val="accent1">
                  <a:lumMod val="75000"/>
                </a:schemeClr>
              </a:buClr>
              <a:buSzPct val="100000"/>
              <a:buFont typeface="Arial" pitchFamily="34" charset="0"/>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1200"/>
              </a:spcBef>
              <a:buClr>
                <a:schemeClr val="accent1">
                  <a:lumMod val="75000"/>
                </a:schemeClr>
              </a:buClr>
              <a:buSzPct val="100000"/>
              <a:buFont typeface="Arial" pitchFamily="34" charset="0"/>
              <a:buChar char="▪"/>
              <a:defRPr sz="1800" kern="1200">
                <a:solidFill>
                  <a:schemeClr val="tx1"/>
                </a:solidFill>
                <a:latin typeface="+mn-lt"/>
                <a:ea typeface="+mn-ea"/>
                <a:cs typeface="+mn-cs"/>
              </a:defRPr>
            </a:lvl2pPr>
            <a:lvl3pPr marL="685800" indent="-179388" algn="l" defTabSz="914400" rtl="0" eaLnBrk="1" latinLnBrk="0" hangingPunct="1">
              <a:lnSpc>
                <a:spcPct val="90000"/>
              </a:lnSpc>
              <a:spcBef>
                <a:spcPts val="800"/>
              </a:spcBef>
              <a:buClr>
                <a:schemeClr val="accent1">
                  <a:lumMod val="75000"/>
                </a:schemeClr>
              </a:buClr>
              <a:buSzPct val="100000"/>
              <a:buFont typeface="Arial" pitchFamily="34" charset="0"/>
              <a:buChar char="▪"/>
              <a:defRPr sz="1600" kern="1200">
                <a:solidFill>
                  <a:schemeClr val="tx1"/>
                </a:solidFill>
                <a:latin typeface="+mn-lt"/>
                <a:ea typeface="+mn-ea"/>
                <a:cs typeface="+mn-cs"/>
              </a:defRPr>
            </a:lvl3pPr>
            <a:lvl4pPr marL="914400" indent="-182880" algn="l" defTabSz="914400" rtl="0" eaLnBrk="1" latinLnBrk="0" hangingPunct="1">
              <a:lnSpc>
                <a:spcPct val="90000"/>
              </a:lnSpc>
              <a:spcBef>
                <a:spcPts val="8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4pPr>
            <a:lvl5pPr marL="1143000" indent="-179388"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5pPr>
            <a:lvl6pPr marL="1371600" indent="-182880"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6pPr>
            <a:lvl7pPr marL="1600200" indent="-179388"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7pPr>
            <a:lvl8pPr marL="1828800" indent="-182880"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8pPr>
            <a:lvl9pPr marL="1878012" indent="0" algn="l" defTabSz="914400" rtl="0" eaLnBrk="1" latinLnBrk="0" hangingPunct="1">
              <a:lnSpc>
                <a:spcPct val="90000"/>
              </a:lnSpc>
              <a:spcBef>
                <a:spcPts val="600"/>
              </a:spcBef>
              <a:buClr>
                <a:schemeClr val="accent1">
                  <a:lumMod val="75000"/>
                </a:schemeClr>
              </a:buClr>
              <a:buSzPct val="100000"/>
              <a:buFont typeface="Arial" pitchFamily="34" charset="0"/>
              <a:buNone/>
              <a:defRPr sz="1400" kern="1200">
                <a:solidFill>
                  <a:schemeClr val="tx1"/>
                </a:solidFill>
                <a:latin typeface="+mn-lt"/>
                <a:ea typeface="+mn-ea"/>
                <a:cs typeface="+mn-cs"/>
              </a:defRPr>
            </a:lvl9pPr>
          </a:lstStyle>
          <a:p>
            <a:pPr marL="0" indent="0">
              <a:lnSpc>
                <a:spcPct val="100000"/>
              </a:lnSpc>
              <a:buNone/>
            </a:pPr>
            <a:r>
              <a:rPr lang="en-US" sz="1400" dirty="0"/>
              <a:t>d = 2 , 5 , 10</a:t>
            </a:r>
            <a:endParaRPr lang="en-US" sz="1600" dirty="0"/>
          </a:p>
        </p:txBody>
      </p:sp>
      <p:sp>
        <p:nvSpPr>
          <p:cNvPr id="8" name="Content Placeholder 2">
            <a:extLst>
              <a:ext uri="{FF2B5EF4-FFF2-40B4-BE49-F238E27FC236}">
                <a16:creationId xmlns:a16="http://schemas.microsoft.com/office/drawing/2014/main" id="{DFEC2F51-6340-47CE-4C78-921F22D99ABF}"/>
              </a:ext>
            </a:extLst>
          </p:cNvPr>
          <p:cNvSpPr txBox="1">
            <a:spLocks/>
          </p:cNvSpPr>
          <p:nvPr/>
        </p:nvSpPr>
        <p:spPr>
          <a:xfrm>
            <a:off x="1850921" y="6232972"/>
            <a:ext cx="4245079" cy="369332"/>
          </a:xfrm>
          <a:prstGeom prst="rect">
            <a:avLst/>
          </a:prstGeom>
        </p:spPr>
        <p:txBody>
          <a:bodyPr>
            <a:noAutofit/>
          </a:bodyPr>
          <a:lstStyle>
            <a:lvl1pPr marL="228600" indent="-228600" algn="l" defTabSz="914400" rtl="0" eaLnBrk="1" latinLnBrk="0" hangingPunct="1">
              <a:lnSpc>
                <a:spcPct val="90000"/>
              </a:lnSpc>
              <a:spcBef>
                <a:spcPts val="1800"/>
              </a:spcBef>
              <a:buClr>
                <a:schemeClr val="accent1">
                  <a:lumMod val="75000"/>
                </a:schemeClr>
              </a:buClr>
              <a:buSzPct val="100000"/>
              <a:buFont typeface="Arial" pitchFamily="34" charset="0"/>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1200"/>
              </a:spcBef>
              <a:buClr>
                <a:schemeClr val="accent1">
                  <a:lumMod val="75000"/>
                </a:schemeClr>
              </a:buClr>
              <a:buSzPct val="100000"/>
              <a:buFont typeface="Arial" pitchFamily="34" charset="0"/>
              <a:buChar char="▪"/>
              <a:defRPr sz="1800" kern="1200">
                <a:solidFill>
                  <a:schemeClr val="tx1"/>
                </a:solidFill>
                <a:latin typeface="+mn-lt"/>
                <a:ea typeface="+mn-ea"/>
                <a:cs typeface="+mn-cs"/>
              </a:defRPr>
            </a:lvl2pPr>
            <a:lvl3pPr marL="685800" indent="-179388" algn="l" defTabSz="914400" rtl="0" eaLnBrk="1" latinLnBrk="0" hangingPunct="1">
              <a:lnSpc>
                <a:spcPct val="90000"/>
              </a:lnSpc>
              <a:spcBef>
                <a:spcPts val="800"/>
              </a:spcBef>
              <a:buClr>
                <a:schemeClr val="accent1">
                  <a:lumMod val="75000"/>
                </a:schemeClr>
              </a:buClr>
              <a:buSzPct val="100000"/>
              <a:buFont typeface="Arial" pitchFamily="34" charset="0"/>
              <a:buChar char="▪"/>
              <a:defRPr sz="1600" kern="1200">
                <a:solidFill>
                  <a:schemeClr val="tx1"/>
                </a:solidFill>
                <a:latin typeface="+mn-lt"/>
                <a:ea typeface="+mn-ea"/>
                <a:cs typeface="+mn-cs"/>
              </a:defRPr>
            </a:lvl3pPr>
            <a:lvl4pPr marL="914400" indent="-182880" algn="l" defTabSz="914400" rtl="0" eaLnBrk="1" latinLnBrk="0" hangingPunct="1">
              <a:lnSpc>
                <a:spcPct val="90000"/>
              </a:lnSpc>
              <a:spcBef>
                <a:spcPts val="8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4pPr>
            <a:lvl5pPr marL="1143000" indent="-179388"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5pPr>
            <a:lvl6pPr marL="1371600" indent="-182880"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6pPr>
            <a:lvl7pPr marL="1600200" indent="-179388"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7pPr>
            <a:lvl8pPr marL="1828800" indent="-182880"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8pPr>
            <a:lvl9pPr marL="1878012" indent="0" algn="l" defTabSz="914400" rtl="0" eaLnBrk="1" latinLnBrk="0" hangingPunct="1">
              <a:lnSpc>
                <a:spcPct val="90000"/>
              </a:lnSpc>
              <a:spcBef>
                <a:spcPts val="600"/>
              </a:spcBef>
              <a:buClr>
                <a:schemeClr val="accent1">
                  <a:lumMod val="75000"/>
                </a:schemeClr>
              </a:buClr>
              <a:buSzPct val="100000"/>
              <a:buFont typeface="Arial" pitchFamily="34" charset="0"/>
              <a:buNone/>
              <a:defRPr sz="1400" kern="1200">
                <a:solidFill>
                  <a:schemeClr val="tx1"/>
                </a:solidFill>
                <a:latin typeface="+mn-lt"/>
                <a:ea typeface="+mn-ea"/>
                <a:cs typeface="+mn-cs"/>
              </a:defRPr>
            </a:lvl9pPr>
          </a:lstStyle>
          <a:p>
            <a:pPr marL="0" indent="0">
              <a:buNone/>
            </a:pPr>
            <a:r>
              <a:rPr lang="en-US" sz="1400" dirty="0"/>
              <a:t>Parameters: λ = 0.5, μ = 1, N = 50, MAXT = 20000</a:t>
            </a:r>
          </a:p>
        </p:txBody>
      </p:sp>
      <p:sp>
        <p:nvSpPr>
          <p:cNvPr id="9" name="TextBox 8">
            <a:extLst>
              <a:ext uri="{FF2B5EF4-FFF2-40B4-BE49-F238E27FC236}">
                <a16:creationId xmlns:a16="http://schemas.microsoft.com/office/drawing/2014/main" id="{BA17B009-27E4-625F-B97C-2B6222C62388}"/>
              </a:ext>
            </a:extLst>
          </p:cNvPr>
          <p:cNvSpPr txBox="1"/>
          <p:nvPr/>
        </p:nvSpPr>
        <p:spPr>
          <a:xfrm>
            <a:off x="6715432" y="6187838"/>
            <a:ext cx="3854245" cy="307777"/>
          </a:xfrm>
          <a:prstGeom prst="rect">
            <a:avLst/>
          </a:prstGeom>
          <a:noFill/>
        </p:spPr>
        <p:txBody>
          <a:bodyPr wrap="square">
            <a:spAutoFit/>
          </a:bodyPr>
          <a:lstStyle/>
          <a:p>
            <a:r>
              <a:rPr lang="en-US" sz="1400" dirty="0"/>
              <a:t>shape &lt; 1    =&gt;    WSS = 1.5 , WAS = 1.5 </a:t>
            </a:r>
          </a:p>
        </p:txBody>
      </p:sp>
      <p:sp>
        <p:nvSpPr>
          <p:cNvPr id="14" name="Title 1">
            <a:extLst>
              <a:ext uri="{FF2B5EF4-FFF2-40B4-BE49-F238E27FC236}">
                <a16:creationId xmlns:a16="http://schemas.microsoft.com/office/drawing/2014/main" id="{4A565798-4214-EED5-CB1B-535085A3DB5F}"/>
              </a:ext>
            </a:extLst>
          </p:cNvPr>
          <p:cNvSpPr txBox="1">
            <a:spLocks/>
          </p:cNvSpPr>
          <p:nvPr/>
        </p:nvSpPr>
        <p:spPr>
          <a:xfrm>
            <a:off x="540774" y="255696"/>
            <a:ext cx="9601200" cy="931656"/>
          </a:xfrm>
          <a:prstGeom prst="rect">
            <a:avLst/>
          </a:prstGeom>
        </p:spPr>
        <p:txBody>
          <a:bodyPr/>
          <a:lstStyle>
            <a:lvl1pPr algn="l" defTabSz="914400" rtl="0" eaLnBrk="1" latinLnBrk="0" hangingPunct="1">
              <a:lnSpc>
                <a:spcPct val="90000"/>
              </a:lnSpc>
              <a:spcBef>
                <a:spcPct val="0"/>
              </a:spcBef>
              <a:buNone/>
              <a:defRPr sz="3200" b="1" kern="1200">
                <a:solidFill>
                  <a:schemeClr val="accent1">
                    <a:lumMod val="75000"/>
                  </a:schemeClr>
                </a:solidFill>
                <a:latin typeface="+mj-lt"/>
                <a:ea typeface="+mj-ea"/>
                <a:cs typeface="+mj-cs"/>
              </a:defRPr>
            </a:lvl1pPr>
          </a:lstStyle>
          <a:p>
            <a:r>
              <a:rPr lang="en-US" dirty="0"/>
              <a:t>Shape &gt; 1   =&gt;  shorter queues</a:t>
            </a:r>
          </a:p>
          <a:p>
            <a:endParaRPr lang="fa-IR" dirty="0"/>
          </a:p>
        </p:txBody>
      </p:sp>
    </p:spTree>
    <p:extLst>
      <p:ext uri="{BB962C8B-B14F-4D97-AF65-F5344CB8AC3E}">
        <p14:creationId xmlns:p14="http://schemas.microsoft.com/office/powerpoint/2010/main" val="19098759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294D37-66B1-2D16-A187-69FE48690BCE}"/>
              </a:ext>
            </a:extLst>
          </p:cNvPr>
          <p:cNvSpPr txBox="1">
            <a:spLocks/>
          </p:cNvSpPr>
          <p:nvPr/>
        </p:nvSpPr>
        <p:spPr>
          <a:xfrm>
            <a:off x="589935" y="533351"/>
            <a:ext cx="9601200" cy="931656"/>
          </a:xfrm>
          <a:prstGeom prst="rect">
            <a:avLst/>
          </a:prstGeom>
        </p:spPr>
        <p:txBody>
          <a:bodyPr/>
          <a:lstStyle>
            <a:lvl1pPr algn="l" defTabSz="914400" rtl="0" eaLnBrk="1" latinLnBrk="0" hangingPunct="1">
              <a:lnSpc>
                <a:spcPct val="90000"/>
              </a:lnSpc>
              <a:spcBef>
                <a:spcPct val="0"/>
              </a:spcBef>
              <a:buNone/>
              <a:defRPr sz="3200" b="1" kern="1200">
                <a:solidFill>
                  <a:schemeClr val="accent1">
                    <a:lumMod val="75000"/>
                  </a:schemeClr>
                </a:solidFill>
                <a:latin typeface="+mj-lt"/>
                <a:ea typeface="+mj-ea"/>
                <a:cs typeface="+mj-cs"/>
              </a:defRPr>
            </a:lvl1pPr>
          </a:lstStyle>
          <a:p>
            <a:r>
              <a:rPr lang="en-US" dirty="0"/>
              <a:t>Simulator Extension (Finite Queue)</a:t>
            </a:r>
            <a:endParaRPr lang="fa-IR" dirty="0"/>
          </a:p>
        </p:txBody>
      </p:sp>
      <p:sp>
        <p:nvSpPr>
          <p:cNvPr id="5" name="Content Placeholder 2">
            <a:extLst>
              <a:ext uri="{FF2B5EF4-FFF2-40B4-BE49-F238E27FC236}">
                <a16:creationId xmlns:a16="http://schemas.microsoft.com/office/drawing/2014/main" id="{066529F3-4A39-3BC3-9066-BE9218F4B825}"/>
              </a:ext>
            </a:extLst>
          </p:cNvPr>
          <p:cNvSpPr txBox="1">
            <a:spLocks/>
          </p:cNvSpPr>
          <p:nvPr/>
        </p:nvSpPr>
        <p:spPr>
          <a:xfrm>
            <a:off x="589935" y="1602659"/>
            <a:ext cx="9601199" cy="4139380"/>
          </a:xfrm>
          <a:prstGeom prst="rect">
            <a:avLst/>
          </a:prstGeom>
        </p:spPr>
        <p:txBody>
          <a:bodyPr>
            <a:noAutofit/>
          </a:bodyPr>
          <a:lstStyle>
            <a:lvl1pPr marL="228600" indent="-228600" algn="l" defTabSz="914400" rtl="0" eaLnBrk="1" latinLnBrk="0" hangingPunct="1">
              <a:lnSpc>
                <a:spcPct val="90000"/>
              </a:lnSpc>
              <a:spcBef>
                <a:spcPts val="1800"/>
              </a:spcBef>
              <a:buClr>
                <a:schemeClr val="accent1">
                  <a:lumMod val="75000"/>
                </a:schemeClr>
              </a:buClr>
              <a:buSzPct val="100000"/>
              <a:buFont typeface="Arial" pitchFamily="34" charset="0"/>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1200"/>
              </a:spcBef>
              <a:buClr>
                <a:schemeClr val="accent1">
                  <a:lumMod val="75000"/>
                </a:schemeClr>
              </a:buClr>
              <a:buSzPct val="100000"/>
              <a:buFont typeface="Arial" pitchFamily="34" charset="0"/>
              <a:buChar char="▪"/>
              <a:defRPr sz="1800" kern="1200">
                <a:solidFill>
                  <a:schemeClr val="tx1"/>
                </a:solidFill>
                <a:latin typeface="+mn-lt"/>
                <a:ea typeface="+mn-ea"/>
                <a:cs typeface="+mn-cs"/>
              </a:defRPr>
            </a:lvl2pPr>
            <a:lvl3pPr marL="685800" indent="-179388" algn="l" defTabSz="914400" rtl="0" eaLnBrk="1" latinLnBrk="0" hangingPunct="1">
              <a:lnSpc>
                <a:spcPct val="90000"/>
              </a:lnSpc>
              <a:spcBef>
                <a:spcPts val="800"/>
              </a:spcBef>
              <a:buClr>
                <a:schemeClr val="accent1">
                  <a:lumMod val="75000"/>
                </a:schemeClr>
              </a:buClr>
              <a:buSzPct val="100000"/>
              <a:buFont typeface="Arial" pitchFamily="34" charset="0"/>
              <a:buChar char="▪"/>
              <a:defRPr sz="1600" kern="1200">
                <a:solidFill>
                  <a:schemeClr val="tx1"/>
                </a:solidFill>
                <a:latin typeface="+mn-lt"/>
                <a:ea typeface="+mn-ea"/>
                <a:cs typeface="+mn-cs"/>
              </a:defRPr>
            </a:lvl3pPr>
            <a:lvl4pPr marL="914400" indent="-182880" algn="l" defTabSz="914400" rtl="0" eaLnBrk="1" latinLnBrk="0" hangingPunct="1">
              <a:lnSpc>
                <a:spcPct val="90000"/>
              </a:lnSpc>
              <a:spcBef>
                <a:spcPts val="8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4pPr>
            <a:lvl5pPr marL="1143000" indent="-179388"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5pPr>
            <a:lvl6pPr marL="1371600" indent="-182880"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6pPr>
            <a:lvl7pPr marL="1600200" indent="-179388"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7pPr>
            <a:lvl8pPr marL="1828800" indent="-182880"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8pPr>
            <a:lvl9pPr marL="1878012" indent="0" algn="l" defTabSz="914400" rtl="0" eaLnBrk="1" latinLnBrk="0" hangingPunct="1">
              <a:lnSpc>
                <a:spcPct val="90000"/>
              </a:lnSpc>
              <a:spcBef>
                <a:spcPts val="600"/>
              </a:spcBef>
              <a:buClr>
                <a:schemeClr val="accent1">
                  <a:lumMod val="75000"/>
                </a:schemeClr>
              </a:buClr>
              <a:buSzPct val="100000"/>
              <a:buFont typeface="Arial" pitchFamily="34" charset="0"/>
              <a:buNone/>
              <a:defRPr sz="1400" kern="1200">
                <a:solidFill>
                  <a:schemeClr val="tx1"/>
                </a:solidFill>
                <a:latin typeface="+mn-lt"/>
                <a:ea typeface="+mn-ea"/>
                <a:cs typeface="+mn-cs"/>
              </a:defRPr>
            </a:lvl9pPr>
          </a:lstStyle>
          <a:p>
            <a:pPr marL="0" indent="0">
              <a:lnSpc>
                <a:spcPct val="150000"/>
              </a:lnSpc>
              <a:buNone/>
            </a:pPr>
            <a:r>
              <a:rPr lang="en-US" sz="1400" dirty="0"/>
              <a:t>In the assignment, queues are assumed to have infinite capacity,</a:t>
            </a:r>
          </a:p>
          <a:p>
            <a:pPr marL="0" indent="0">
              <a:lnSpc>
                <a:spcPct val="150000"/>
              </a:lnSpc>
              <a:buNone/>
            </a:pPr>
            <a:r>
              <a:rPr lang="en-US" sz="1400" dirty="0"/>
              <a:t>meaning that they can always accept new jobs.</a:t>
            </a:r>
          </a:p>
          <a:p>
            <a:pPr marL="0" indent="0">
              <a:lnSpc>
                <a:spcPct val="150000"/>
              </a:lnSpc>
              <a:buNone/>
            </a:pPr>
            <a:r>
              <a:rPr lang="en-US" sz="1400" dirty="0"/>
              <a:t>In real systems, however, queues have limited capacity.</a:t>
            </a:r>
          </a:p>
          <a:p>
            <a:pPr marL="0" indent="0">
              <a:lnSpc>
                <a:spcPct val="150000"/>
              </a:lnSpc>
              <a:buNone/>
            </a:pPr>
            <a:r>
              <a:rPr lang="en-US" sz="1400" dirty="0"/>
              <a:t>Once a queue becomes full, it cannot accept additional jobs.</a:t>
            </a:r>
          </a:p>
          <a:p>
            <a:pPr marL="0" indent="0">
              <a:lnSpc>
                <a:spcPct val="150000"/>
              </a:lnSpc>
              <a:buNone/>
            </a:pPr>
            <a:endParaRPr lang="en-US" sz="1400" dirty="0"/>
          </a:p>
          <a:p>
            <a:pPr marL="0" indent="0">
              <a:lnSpc>
                <a:spcPct val="150000"/>
              </a:lnSpc>
              <a:buNone/>
            </a:pPr>
            <a:r>
              <a:rPr lang="en-US" sz="1400" dirty="0"/>
              <a:t>For this reason, we extend the simulator with a configurable queue capacity</a:t>
            </a:r>
          </a:p>
          <a:p>
            <a:pPr marL="0" indent="0">
              <a:lnSpc>
                <a:spcPct val="150000"/>
              </a:lnSpc>
              <a:buNone/>
            </a:pPr>
            <a:r>
              <a:rPr lang="en-US" sz="1400" dirty="0"/>
              <a:t>and define how the system should behave when a queue is full.</a:t>
            </a:r>
          </a:p>
        </p:txBody>
      </p:sp>
    </p:spTree>
    <p:extLst>
      <p:ext uri="{BB962C8B-B14F-4D97-AF65-F5344CB8AC3E}">
        <p14:creationId xmlns:p14="http://schemas.microsoft.com/office/powerpoint/2010/main" val="34106765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300ABE-4795-EB01-0EEE-B2E4D35D9E0F}"/>
              </a:ext>
            </a:extLst>
          </p:cNvPr>
          <p:cNvSpPr txBox="1">
            <a:spLocks/>
          </p:cNvSpPr>
          <p:nvPr/>
        </p:nvSpPr>
        <p:spPr>
          <a:xfrm>
            <a:off x="589935" y="533351"/>
            <a:ext cx="9601200" cy="931656"/>
          </a:xfrm>
          <a:prstGeom prst="rect">
            <a:avLst/>
          </a:prstGeom>
        </p:spPr>
        <p:txBody>
          <a:bodyPr/>
          <a:lstStyle>
            <a:lvl1pPr algn="l" defTabSz="914400" rtl="0" eaLnBrk="1" latinLnBrk="0" hangingPunct="1">
              <a:lnSpc>
                <a:spcPct val="90000"/>
              </a:lnSpc>
              <a:spcBef>
                <a:spcPct val="0"/>
              </a:spcBef>
              <a:buNone/>
              <a:defRPr sz="3200" b="1" kern="1200">
                <a:solidFill>
                  <a:schemeClr val="accent1">
                    <a:lumMod val="75000"/>
                  </a:schemeClr>
                </a:solidFill>
                <a:latin typeface="+mj-lt"/>
                <a:ea typeface="+mj-ea"/>
                <a:cs typeface="+mj-cs"/>
              </a:defRPr>
            </a:lvl1pPr>
          </a:lstStyle>
          <a:p>
            <a:r>
              <a:rPr lang="en-US" dirty="0"/>
              <a:t>Simulator Extension (Finite Queue)</a:t>
            </a:r>
            <a:endParaRPr lang="fa-IR" dirty="0"/>
          </a:p>
        </p:txBody>
      </p:sp>
      <p:sp>
        <p:nvSpPr>
          <p:cNvPr id="3" name="Content Placeholder 2">
            <a:extLst>
              <a:ext uri="{FF2B5EF4-FFF2-40B4-BE49-F238E27FC236}">
                <a16:creationId xmlns:a16="http://schemas.microsoft.com/office/drawing/2014/main" id="{7EA98FDB-1199-CA23-ED35-452EB1647A3F}"/>
              </a:ext>
            </a:extLst>
          </p:cNvPr>
          <p:cNvSpPr txBox="1">
            <a:spLocks/>
          </p:cNvSpPr>
          <p:nvPr/>
        </p:nvSpPr>
        <p:spPr>
          <a:xfrm>
            <a:off x="589935" y="1602658"/>
            <a:ext cx="9601199" cy="4414683"/>
          </a:xfrm>
          <a:prstGeom prst="rect">
            <a:avLst/>
          </a:prstGeom>
        </p:spPr>
        <p:txBody>
          <a:bodyPr>
            <a:noAutofit/>
          </a:bodyPr>
          <a:lstStyle>
            <a:lvl1pPr marL="228600" indent="-228600" algn="l" defTabSz="914400" rtl="0" eaLnBrk="1" latinLnBrk="0" hangingPunct="1">
              <a:lnSpc>
                <a:spcPct val="90000"/>
              </a:lnSpc>
              <a:spcBef>
                <a:spcPts val="1800"/>
              </a:spcBef>
              <a:buClr>
                <a:schemeClr val="accent1">
                  <a:lumMod val="75000"/>
                </a:schemeClr>
              </a:buClr>
              <a:buSzPct val="100000"/>
              <a:buFont typeface="Arial" pitchFamily="34" charset="0"/>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1200"/>
              </a:spcBef>
              <a:buClr>
                <a:schemeClr val="accent1">
                  <a:lumMod val="75000"/>
                </a:schemeClr>
              </a:buClr>
              <a:buSzPct val="100000"/>
              <a:buFont typeface="Arial" pitchFamily="34" charset="0"/>
              <a:buChar char="▪"/>
              <a:defRPr sz="1800" kern="1200">
                <a:solidFill>
                  <a:schemeClr val="tx1"/>
                </a:solidFill>
                <a:latin typeface="+mn-lt"/>
                <a:ea typeface="+mn-ea"/>
                <a:cs typeface="+mn-cs"/>
              </a:defRPr>
            </a:lvl2pPr>
            <a:lvl3pPr marL="685800" indent="-179388" algn="l" defTabSz="914400" rtl="0" eaLnBrk="1" latinLnBrk="0" hangingPunct="1">
              <a:lnSpc>
                <a:spcPct val="90000"/>
              </a:lnSpc>
              <a:spcBef>
                <a:spcPts val="800"/>
              </a:spcBef>
              <a:buClr>
                <a:schemeClr val="accent1">
                  <a:lumMod val="75000"/>
                </a:schemeClr>
              </a:buClr>
              <a:buSzPct val="100000"/>
              <a:buFont typeface="Arial" pitchFamily="34" charset="0"/>
              <a:buChar char="▪"/>
              <a:defRPr sz="1600" kern="1200">
                <a:solidFill>
                  <a:schemeClr val="tx1"/>
                </a:solidFill>
                <a:latin typeface="+mn-lt"/>
                <a:ea typeface="+mn-ea"/>
                <a:cs typeface="+mn-cs"/>
              </a:defRPr>
            </a:lvl3pPr>
            <a:lvl4pPr marL="914400" indent="-182880" algn="l" defTabSz="914400" rtl="0" eaLnBrk="1" latinLnBrk="0" hangingPunct="1">
              <a:lnSpc>
                <a:spcPct val="90000"/>
              </a:lnSpc>
              <a:spcBef>
                <a:spcPts val="8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4pPr>
            <a:lvl5pPr marL="1143000" indent="-179388"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5pPr>
            <a:lvl6pPr marL="1371600" indent="-182880"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6pPr>
            <a:lvl7pPr marL="1600200" indent="-179388"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7pPr>
            <a:lvl8pPr marL="1828800" indent="-182880"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8pPr>
            <a:lvl9pPr marL="1878012" indent="0" algn="l" defTabSz="914400" rtl="0" eaLnBrk="1" latinLnBrk="0" hangingPunct="1">
              <a:lnSpc>
                <a:spcPct val="90000"/>
              </a:lnSpc>
              <a:spcBef>
                <a:spcPts val="600"/>
              </a:spcBef>
              <a:buClr>
                <a:schemeClr val="accent1">
                  <a:lumMod val="75000"/>
                </a:schemeClr>
              </a:buClr>
              <a:buSzPct val="100000"/>
              <a:buFont typeface="Arial" pitchFamily="34" charset="0"/>
              <a:buNone/>
              <a:defRPr sz="1400" kern="1200">
                <a:solidFill>
                  <a:schemeClr val="tx1"/>
                </a:solidFill>
                <a:latin typeface="+mn-lt"/>
                <a:ea typeface="+mn-ea"/>
                <a:cs typeface="+mn-cs"/>
              </a:defRPr>
            </a:lvl9pPr>
          </a:lstStyle>
          <a:p>
            <a:pPr marL="0" indent="0">
              <a:lnSpc>
                <a:spcPct val="150000"/>
              </a:lnSpc>
              <a:buNone/>
            </a:pPr>
            <a:r>
              <a:rPr lang="en-US" sz="1400" dirty="0"/>
              <a:t>When a queue reaches its maximum capacity, two behaviors are supported:</a:t>
            </a:r>
          </a:p>
          <a:p>
            <a:pPr>
              <a:lnSpc>
                <a:spcPct val="150000"/>
              </a:lnSpc>
            </a:pPr>
            <a:r>
              <a:rPr lang="en-US" sz="1400" dirty="0"/>
              <a:t>drop: the incoming job is immediately discarded</a:t>
            </a:r>
          </a:p>
          <a:p>
            <a:pPr>
              <a:lnSpc>
                <a:spcPct val="150000"/>
              </a:lnSpc>
            </a:pPr>
            <a:r>
              <a:rPr lang="en-US" sz="1400" dirty="0"/>
              <a:t>retry: the job tries to join another queue, up to a maximum number of attempts</a:t>
            </a:r>
          </a:p>
          <a:p>
            <a:pPr marL="0" indent="0">
              <a:lnSpc>
                <a:spcPct val="150000"/>
              </a:lnSpc>
              <a:buNone/>
            </a:pPr>
            <a:r>
              <a:rPr lang="en-US" sz="1400" dirty="0"/>
              <a:t>The behavior of the system is controlled through the following parameters:</a:t>
            </a:r>
          </a:p>
          <a:p>
            <a:pPr marL="0" indent="0">
              <a:lnSpc>
                <a:spcPct val="150000"/>
              </a:lnSpc>
              <a:buNone/>
            </a:pPr>
            <a:endParaRPr lang="en-US" sz="1400" dirty="0"/>
          </a:p>
          <a:p>
            <a:pPr marL="0" indent="0">
              <a:lnSpc>
                <a:spcPct val="150000"/>
              </a:lnSpc>
              <a:buNone/>
            </a:pPr>
            <a:r>
              <a:rPr lang="en-US" sz="1400" dirty="0"/>
              <a:t>• QUEUE_CAPACITY: maximum number of jobs which queues can hold (including the running job)</a:t>
            </a:r>
          </a:p>
          <a:p>
            <a:pPr marL="0" indent="0">
              <a:lnSpc>
                <a:spcPct val="150000"/>
              </a:lnSpc>
              <a:buNone/>
            </a:pPr>
            <a:r>
              <a:rPr lang="en-US" sz="1400" dirty="0"/>
              <a:t>• OVERFLOW_BEHAVIOUR_OPTION: selects the policy to apply when a queue is full (drop or retry)</a:t>
            </a:r>
          </a:p>
          <a:p>
            <a:pPr marL="0" indent="0">
              <a:lnSpc>
                <a:spcPct val="150000"/>
              </a:lnSpc>
              <a:buNone/>
            </a:pPr>
            <a:r>
              <a:rPr lang="en-US" sz="1400" dirty="0"/>
              <a:t>Example:</a:t>
            </a:r>
          </a:p>
        </p:txBody>
      </p:sp>
      <p:pic>
        <p:nvPicPr>
          <p:cNvPr id="5" name="Picture 4">
            <a:extLst>
              <a:ext uri="{FF2B5EF4-FFF2-40B4-BE49-F238E27FC236}">
                <a16:creationId xmlns:a16="http://schemas.microsoft.com/office/drawing/2014/main" id="{772902AD-455F-8038-B73E-F34B15072AB3}"/>
              </a:ext>
            </a:extLst>
          </p:cNvPr>
          <p:cNvPicPr>
            <a:picLocks noChangeAspect="1"/>
          </p:cNvPicPr>
          <p:nvPr/>
        </p:nvPicPr>
        <p:blipFill>
          <a:blip r:embed="rId2"/>
          <a:stretch>
            <a:fillRect/>
          </a:stretch>
        </p:blipFill>
        <p:spPr>
          <a:xfrm>
            <a:off x="589935" y="6015648"/>
            <a:ext cx="11012130" cy="278687"/>
          </a:xfrm>
          <a:prstGeom prst="rect">
            <a:avLst/>
          </a:prstGeom>
        </p:spPr>
      </p:pic>
    </p:spTree>
    <p:extLst>
      <p:ext uri="{BB962C8B-B14F-4D97-AF65-F5344CB8AC3E}">
        <p14:creationId xmlns:p14="http://schemas.microsoft.com/office/powerpoint/2010/main" val="23198712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B7ABB8-C8FD-8C3A-E529-C46B82350828}"/>
              </a:ext>
            </a:extLst>
          </p:cNvPr>
          <p:cNvSpPr txBox="1">
            <a:spLocks/>
          </p:cNvSpPr>
          <p:nvPr/>
        </p:nvSpPr>
        <p:spPr>
          <a:xfrm>
            <a:off x="589935" y="238383"/>
            <a:ext cx="9601200" cy="626856"/>
          </a:xfrm>
          <a:prstGeom prst="rect">
            <a:avLst/>
          </a:prstGeom>
        </p:spPr>
        <p:txBody>
          <a:bodyPr/>
          <a:lstStyle>
            <a:lvl1pPr algn="l" defTabSz="914400" rtl="0" eaLnBrk="1" latinLnBrk="0" hangingPunct="1">
              <a:lnSpc>
                <a:spcPct val="90000"/>
              </a:lnSpc>
              <a:spcBef>
                <a:spcPct val="0"/>
              </a:spcBef>
              <a:buNone/>
              <a:defRPr sz="3200" b="1" kern="1200">
                <a:solidFill>
                  <a:schemeClr val="accent1">
                    <a:lumMod val="75000"/>
                  </a:schemeClr>
                </a:solidFill>
                <a:latin typeface="+mj-lt"/>
                <a:ea typeface="+mj-ea"/>
                <a:cs typeface="+mj-cs"/>
              </a:defRPr>
            </a:lvl1pPr>
          </a:lstStyle>
          <a:p>
            <a:r>
              <a:rPr lang="en-US" dirty="0"/>
              <a:t>Experiments</a:t>
            </a:r>
            <a:endParaRPr lang="fa-IR" dirty="0"/>
          </a:p>
          <a:p>
            <a:endParaRPr lang="fa-IR" dirty="0"/>
          </a:p>
          <a:p>
            <a:endParaRPr lang="en-US" dirty="0"/>
          </a:p>
        </p:txBody>
      </p:sp>
      <p:pic>
        <p:nvPicPr>
          <p:cNvPr id="4" name="Picture 3">
            <a:extLst>
              <a:ext uri="{FF2B5EF4-FFF2-40B4-BE49-F238E27FC236}">
                <a16:creationId xmlns:a16="http://schemas.microsoft.com/office/drawing/2014/main" id="{EEABB78B-6C44-E2A1-B208-405731E4EE9A}"/>
              </a:ext>
            </a:extLst>
          </p:cNvPr>
          <p:cNvPicPr>
            <a:picLocks noChangeAspect="1"/>
          </p:cNvPicPr>
          <p:nvPr/>
        </p:nvPicPr>
        <p:blipFill>
          <a:blip r:embed="rId2"/>
          <a:stretch>
            <a:fillRect/>
          </a:stretch>
        </p:blipFill>
        <p:spPr>
          <a:xfrm>
            <a:off x="589935" y="901227"/>
            <a:ext cx="5004620" cy="3676505"/>
          </a:xfrm>
          <a:prstGeom prst="rect">
            <a:avLst/>
          </a:prstGeom>
        </p:spPr>
      </p:pic>
      <p:pic>
        <p:nvPicPr>
          <p:cNvPr id="6" name="Picture 5">
            <a:extLst>
              <a:ext uri="{FF2B5EF4-FFF2-40B4-BE49-F238E27FC236}">
                <a16:creationId xmlns:a16="http://schemas.microsoft.com/office/drawing/2014/main" id="{3ADBCE34-B065-710F-E29D-A964B151AE3D}"/>
              </a:ext>
            </a:extLst>
          </p:cNvPr>
          <p:cNvPicPr>
            <a:picLocks noChangeAspect="1"/>
          </p:cNvPicPr>
          <p:nvPr/>
        </p:nvPicPr>
        <p:blipFill>
          <a:blip r:embed="rId3"/>
          <a:stretch>
            <a:fillRect/>
          </a:stretch>
        </p:blipFill>
        <p:spPr>
          <a:xfrm>
            <a:off x="6289454" y="901227"/>
            <a:ext cx="5308557" cy="3676505"/>
          </a:xfrm>
          <a:prstGeom prst="rect">
            <a:avLst/>
          </a:prstGeom>
        </p:spPr>
      </p:pic>
      <p:sp>
        <p:nvSpPr>
          <p:cNvPr id="9" name="Content Placeholder 2">
            <a:extLst>
              <a:ext uri="{FF2B5EF4-FFF2-40B4-BE49-F238E27FC236}">
                <a16:creationId xmlns:a16="http://schemas.microsoft.com/office/drawing/2014/main" id="{C76B8C5B-8589-4790-072B-01B729803A87}"/>
              </a:ext>
            </a:extLst>
          </p:cNvPr>
          <p:cNvSpPr txBox="1">
            <a:spLocks/>
          </p:cNvSpPr>
          <p:nvPr/>
        </p:nvSpPr>
        <p:spPr>
          <a:xfrm>
            <a:off x="589935" y="4669363"/>
            <a:ext cx="4060723" cy="823402"/>
          </a:xfrm>
          <a:prstGeom prst="rect">
            <a:avLst/>
          </a:prstGeom>
        </p:spPr>
        <p:txBody>
          <a:bodyPr>
            <a:noAutofit/>
          </a:bodyPr>
          <a:lstStyle>
            <a:lvl1pPr marL="228600" indent="-228600" algn="l" defTabSz="914400" rtl="0" eaLnBrk="1" latinLnBrk="0" hangingPunct="1">
              <a:lnSpc>
                <a:spcPct val="90000"/>
              </a:lnSpc>
              <a:spcBef>
                <a:spcPts val="1800"/>
              </a:spcBef>
              <a:buClr>
                <a:schemeClr val="accent1">
                  <a:lumMod val="75000"/>
                </a:schemeClr>
              </a:buClr>
              <a:buSzPct val="100000"/>
              <a:buFont typeface="Arial" pitchFamily="34" charset="0"/>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1200"/>
              </a:spcBef>
              <a:buClr>
                <a:schemeClr val="accent1">
                  <a:lumMod val="75000"/>
                </a:schemeClr>
              </a:buClr>
              <a:buSzPct val="100000"/>
              <a:buFont typeface="Arial" pitchFamily="34" charset="0"/>
              <a:buChar char="▪"/>
              <a:defRPr sz="1800" kern="1200">
                <a:solidFill>
                  <a:schemeClr val="tx1"/>
                </a:solidFill>
                <a:latin typeface="+mn-lt"/>
                <a:ea typeface="+mn-ea"/>
                <a:cs typeface="+mn-cs"/>
              </a:defRPr>
            </a:lvl2pPr>
            <a:lvl3pPr marL="685800" indent="-179388" algn="l" defTabSz="914400" rtl="0" eaLnBrk="1" latinLnBrk="0" hangingPunct="1">
              <a:lnSpc>
                <a:spcPct val="90000"/>
              </a:lnSpc>
              <a:spcBef>
                <a:spcPts val="800"/>
              </a:spcBef>
              <a:buClr>
                <a:schemeClr val="accent1">
                  <a:lumMod val="75000"/>
                </a:schemeClr>
              </a:buClr>
              <a:buSzPct val="100000"/>
              <a:buFont typeface="Arial" pitchFamily="34" charset="0"/>
              <a:buChar char="▪"/>
              <a:defRPr sz="1600" kern="1200">
                <a:solidFill>
                  <a:schemeClr val="tx1"/>
                </a:solidFill>
                <a:latin typeface="+mn-lt"/>
                <a:ea typeface="+mn-ea"/>
                <a:cs typeface="+mn-cs"/>
              </a:defRPr>
            </a:lvl3pPr>
            <a:lvl4pPr marL="914400" indent="-182880" algn="l" defTabSz="914400" rtl="0" eaLnBrk="1" latinLnBrk="0" hangingPunct="1">
              <a:lnSpc>
                <a:spcPct val="90000"/>
              </a:lnSpc>
              <a:spcBef>
                <a:spcPts val="8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4pPr>
            <a:lvl5pPr marL="1143000" indent="-179388"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5pPr>
            <a:lvl6pPr marL="1371600" indent="-182880"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6pPr>
            <a:lvl7pPr marL="1600200" indent="-179388"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7pPr>
            <a:lvl8pPr marL="1828800" indent="-182880"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8pPr>
            <a:lvl9pPr marL="1878012" indent="0" algn="l" defTabSz="914400" rtl="0" eaLnBrk="1" latinLnBrk="0" hangingPunct="1">
              <a:lnSpc>
                <a:spcPct val="90000"/>
              </a:lnSpc>
              <a:spcBef>
                <a:spcPts val="600"/>
              </a:spcBef>
              <a:buClr>
                <a:schemeClr val="accent1">
                  <a:lumMod val="75000"/>
                </a:schemeClr>
              </a:buClr>
              <a:buSzPct val="100000"/>
              <a:buFont typeface="Arial" pitchFamily="34" charset="0"/>
              <a:buNone/>
              <a:defRPr sz="1400" kern="1200">
                <a:solidFill>
                  <a:schemeClr val="tx1"/>
                </a:solidFill>
                <a:latin typeface="+mn-lt"/>
                <a:ea typeface="+mn-ea"/>
                <a:cs typeface="+mn-cs"/>
              </a:defRPr>
            </a:lvl9pPr>
          </a:lstStyle>
          <a:p>
            <a:pPr marL="0" indent="0">
              <a:lnSpc>
                <a:spcPct val="100000"/>
              </a:lnSpc>
              <a:buNone/>
            </a:pPr>
            <a:r>
              <a:rPr lang="en-US" sz="1400" dirty="0"/>
              <a:t>Drop</a:t>
            </a:r>
          </a:p>
          <a:p>
            <a:pPr marL="0" indent="0">
              <a:lnSpc>
                <a:spcPct val="100000"/>
              </a:lnSpc>
              <a:buNone/>
            </a:pPr>
            <a:r>
              <a:rPr lang="en-US" sz="1000" dirty="0"/>
              <a:t>Dropped jobs:</a:t>
            </a:r>
          </a:p>
          <a:p>
            <a:pPr marL="0" indent="0">
              <a:lnSpc>
                <a:spcPct val="100000"/>
              </a:lnSpc>
              <a:buNone/>
            </a:pPr>
            <a:r>
              <a:rPr lang="en-US" sz="1000" dirty="0"/>
              <a:t>d1 =&gt; 45061 / 899915 =&gt; drop rate is: 5%</a:t>
            </a:r>
          </a:p>
          <a:p>
            <a:pPr marL="0" indent="0">
              <a:lnSpc>
                <a:spcPct val="100000"/>
              </a:lnSpc>
              <a:buNone/>
            </a:pPr>
            <a:r>
              <a:rPr lang="en-US" sz="1000" dirty="0"/>
              <a:t>d2, d5, d10 =&gt; 0, drop rate is :0%</a:t>
            </a:r>
          </a:p>
        </p:txBody>
      </p:sp>
      <p:sp>
        <p:nvSpPr>
          <p:cNvPr id="11" name="Content Placeholder 2">
            <a:extLst>
              <a:ext uri="{FF2B5EF4-FFF2-40B4-BE49-F238E27FC236}">
                <a16:creationId xmlns:a16="http://schemas.microsoft.com/office/drawing/2014/main" id="{4E96E159-0E18-8D09-E87E-BF7D878DC3DD}"/>
              </a:ext>
            </a:extLst>
          </p:cNvPr>
          <p:cNvSpPr txBox="1">
            <a:spLocks/>
          </p:cNvSpPr>
          <p:nvPr/>
        </p:nvSpPr>
        <p:spPr>
          <a:xfrm>
            <a:off x="6289454" y="4669363"/>
            <a:ext cx="4060723" cy="823402"/>
          </a:xfrm>
          <a:prstGeom prst="rect">
            <a:avLst/>
          </a:prstGeom>
        </p:spPr>
        <p:txBody>
          <a:bodyPr>
            <a:noAutofit/>
          </a:bodyPr>
          <a:lstStyle>
            <a:lvl1pPr marL="228600" indent="-228600" algn="l" defTabSz="914400" rtl="0" eaLnBrk="1" latinLnBrk="0" hangingPunct="1">
              <a:lnSpc>
                <a:spcPct val="90000"/>
              </a:lnSpc>
              <a:spcBef>
                <a:spcPts val="1800"/>
              </a:spcBef>
              <a:buClr>
                <a:schemeClr val="accent1">
                  <a:lumMod val="75000"/>
                </a:schemeClr>
              </a:buClr>
              <a:buSzPct val="100000"/>
              <a:buFont typeface="Arial" pitchFamily="34" charset="0"/>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1200"/>
              </a:spcBef>
              <a:buClr>
                <a:schemeClr val="accent1">
                  <a:lumMod val="75000"/>
                </a:schemeClr>
              </a:buClr>
              <a:buSzPct val="100000"/>
              <a:buFont typeface="Arial" pitchFamily="34" charset="0"/>
              <a:buChar char="▪"/>
              <a:defRPr sz="1800" kern="1200">
                <a:solidFill>
                  <a:schemeClr val="tx1"/>
                </a:solidFill>
                <a:latin typeface="+mn-lt"/>
                <a:ea typeface="+mn-ea"/>
                <a:cs typeface="+mn-cs"/>
              </a:defRPr>
            </a:lvl2pPr>
            <a:lvl3pPr marL="685800" indent="-179388" algn="l" defTabSz="914400" rtl="0" eaLnBrk="1" latinLnBrk="0" hangingPunct="1">
              <a:lnSpc>
                <a:spcPct val="90000"/>
              </a:lnSpc>
              <a:spcBef>
                <a:spcPts val="800"/>
              </a:spcBef>
              <a:buClr>
                <a:schemeClr val="accent1">
                  <a:lumMod val="75000"/>
                </a:schemeClr>
              </a:buClr>
              <a:buSzPct val="100000"/>
              <a:buFont typeface="Arial" pitchFamily="34" charset="0"/>
              <a:buChar char="▪"/>
              <a:defRPr sz="1600" kern="1200">
                <a:solidFill>
                  <a:schemeClr val="tx1"/>
                </a:solidFill>
                <a:latin typeface="+mn-lt"/>
                <a:ea typeface="+mn-ea"/>
                <a:cs typeface="+mn-cs"/>
              </a:defRPr>
            </a:lvl3pPr>
            <a:lvl4pPr marL="914400" indent="-182880" algn="l" defTabSz="914400" rtl="0" eaLnBrk="1" latinLnBrk="0" hangingPunct="1">
              <a:lnSpc>
                <a:spcPct val="90000"/>
              </a:lnSpc>
              <a:spcBef>
                <a:spcPts val="8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4pPr>
            <a:lvl5pPr marL="1143000" indent="-179388"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5pPr>
            <a:lvl6pPr marL="1371600" indent="-182880"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6pPr>
            <a:lvl7pPr marL="1600200" indent="-179388"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7pPr>
            <a:lvl8pPr marL="1828800" indent="-182880"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8pPr>
            <a:lvl9pPr marL="1878012" indent="0" algn="l" defTabSz="914400" rtl="0" eaLnBrk="1" latinLnBrk="0" hangingPunct="1">
              <a:lnSpc>
                <a:spcPct val="90000"/>
              </a:lnSpc>
              <a:spcBef>
                <a:spcPts val="600"/>
              </a:spcBef>
              <a:buClr>
                <a:schemeClr val="accent1">
                  <a:lumMod val="75000"/>
                </a:schemeClr>
              </a:buClr>
              <a:buSzPct val="100000"/>
              <a:buFont typeface="Arial" pitchFamily="34" charset="0"/>
              <a:buNone/>
              <a:defRPr sz="1400" kern="1200">
                <a:solidFill>
                  <a:schemeClr val="tx1"/>
                </a:solidFill>
                <a:latin typeface="+mn-lt"/>
                <a:ea typeface="+mn-ea"/>
                <a:cs typeface="+mn-cs"/>
              </a:defRPr>
            </a:lvl9pPr>
          </a:lstStyle>
          <a:p>
            <a:pPr marL="0" indent="0">
              <a:lnSpc>
                <a:spcPct val="100000"/>
              </a:lnSpc>
              <a:buNone/>
            </a:pPr>
            <a:r>
              <a:rPr lang="en-US" sz="1400" dirty="0"/>
              <a:t>Retry = 3</a:t>
            </a:r>
          </a:p>
          <a:p>
            <a:pPr marL="0" indent="0">
              <a:lnSpc>
                <a:spcPct val="100000"/>
              </a:lnSpc>
              <a:buNone/>
            </a:pPr>
            <a:r>
              <a:rPr lang="en-US" sz="1000" dirty="0"/>
              <a:t>Dropped jobs:</a:t>
            </a:r>
          </a:p>
          <a:p>
            <a:pPr marL="0" indent="0">
              <a:lnSpc>
                <a:spcPct val="100000"/>
              </a:lnSpc>
              <a:buNone/>
            </a:pPr>
            <a:r>
              <a:rPr lang="en-US" sz="1000" dirty="0"/>
              <a:t>168 / 899021 =&gt; drop rate is: 0.02%</a:t>
            </a:r>
          </a:p>
          <a:p>
            <a:pPr marL="0" indent="0">
              <a:lnSpc>
                <a:spcPct val="100000"/>
              </a:lnSpc>
              <a:buNone/>
            </a:pPr>
            <a:r>
              <a:rPr lang="en-US" sz="1000" dirty="0"/>
              <a:t>d2, d5, d10 =&gt; 0, drop rate is :0%</a:t>
            </a:r>
          </a:p>
        </p:txBody>
      </p:sp>
      <p:sp>
        <p:nvSpPr>
          <p:cNvPr id="16" name="Content Placeholder 2">
            <a:extLst>
              <a:ext uri="{FF2B5EF4-FFF2-40B4-BE49-F238E27FC236}">
                <a16:creationId xmlns:a16="http://schemas.microsoft.com/office/drawing/2014/main" id="{3785B8A7-81E0-55A2-1B8F-655A5414E79C}"/>
              </a:ext>
            </a:extLst>
          </p:cNvPr>
          <p:cNvSpPr txBox="1">
            <a:spLocks/>
          </p:cNvSpPr>
          <p:nvPr/>
        </p:nvSpPr>
        <p:spPr>
          <a:xfrm>
            <a:off x="1595284" y="6394516"/>
            <a:ext cx="7998542" cy="450202"/>
          </a:xfrm>
          <a:prstGeom prst="rect">
            <a:avLst/>
          </a:prstGeom>
        </p:spPr>
        <p:txBody>
          <a:bodyPr>
            <a:noAutofit/>
          </a:bodyPr>
          <a:lstStyle>
            <a:lvl1pPr marL="228600" indent="-228600" algn="l" defTabSz="914400" rtl="0" eaLnBrk="1" latinLnBrk="0" hangingPunct="1">
              <a:lnSpc>
                <a:spcPct val="90000"/>
              </a:lnSpc>
              <a:spcBef>
                <a:spcPts val="1800"/>
              </a:spcBef>
              <a:buClr>
                <a:schemeClr val="accent1">
                  <a:lumMod val="75000"/>
                </a:schemeClr>
              </a:buClr>
              <a:buSzPct val="100000"/>
              <a:buFont typeface="Arial" pitchFamily="34" charset="0"/>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1200"/>
              </a:spcBef>
              <a:buClr>
                <a:schemeClr val="accent1">
                  <a:lumMod val="75000"/>
                </a:schemeClr>
              </a:buClr>
              <a:buSzPct val="100000"/>
              <a:buFont typeface="Arial" pitchFamily="34" charset="0"/>
              <a:buChar char="▪"/>
              <a:defRPr sz="1800" kern="1200">
                <a:solidFill>
                  <a:schemeClr val="tx1"/>
                </a:solidFill>
                <a:latin typeface="+mn-lt"/>
                <a:ea typeface="+mn-ea"/>
                <a:cs typeface="+mn-cs"/>
              </a:defRPr>
            </a:lvl2pPr>
            <a:lvl3pPr marL="685800" indent="-179388" algn="l" defTabSz="914400" rtl="0" eaLnBrk="1" latinLnBrk="0" hangingPunct="1">
              <a:lnSpc>
                <a:spcPct val="90000"/>
              </a:lnSpc>
              <a:spcBef>
                <a:spcPts val="800"/>
              </a:spcBef>
              <a:buClr>
                <a:schemeClr val="accent1">
                  <a:lumMod val="75000"/>
                </a:schemeClr>
              </a:buClr>
              <a:buSzPct val="100000"/>
              <a:buFont typeface="Arial" pitchFamily="34" charset="0"/>
              <a:buChar char="▪"/>
              <a:defRPr sz="1600" kern="1200">
                <a:solidFill>
                  <a:schemeClr val="tx1"/>
                </a:solidFill>
                <a:latin typeface="+mn-lt"/>
                <a:ea typeface="+mn-ea"/>
                <a:cs typeface="+mn-cs"/>
              </a:defRPr>
            </a:lvl3pPr>
            <a:lvl4pPr marL="914400" indent="-182880" algn="l" defTabSz="914400" rtl="0" eaLnBrk="1" latinLnBrk="0" hangingPunct="1">
              <a:lnSpc>
                <a:spcPct val="90000"/>
              </a:lnSpc>
              <a:spcBef>
                <a:spcPts val="8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4pPr>
            <a:lvl5pPr marL="1143000" indent="-179388"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5pPr>
            <a:lvl6pPr marL="1371600" indent="-182880"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6pPr>
            <a:lvl7pPr marL="1600200" indent="-179388"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7pPr>
            <a:lvl8pPr marL="1828800" indent="-182880"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8pPr>
            <a:lvl9pPr marL="1878012" indent="0" algn="l" defTabSz="914400" rtl="0" eaLnBrk="1" latinLnBrk="0" hangingPunct="1">
              <a:lnSpc>
                <a:spcPct val="90000"/>
              </a:lnSpc>
              <a:spcBef>
                <a:spcPts val="600"/>
              </a:spcBef>
              <a:buClr>
                <a:schemeClr val="accent1">
                  <a:lumMod val="75000"/>
                </a:schemeClr>
              </a:buClr>
              <a:buSzPct val="100000"/>
              <a:buFont typeface="Arial" pitchFamily="34" charset="0"/>
              <a:buNone/>
              <a:defRPr sz="1400" kern="1200">
                <a:solidFill>
                  <a:schemeClr val="tx1"/>
                </a:solidFill>
                <a:latin typeface="+mn-lt"/>
                <a:ea typeface="+mn-ea"/>
                <a:cs typeface="+mn-cs"/>
              </a:defRPr>
            </a:lvl9pPr>
          </a:lstStyle>
          <a:p>
            <a:pPr marL="0" indent="0" algn="ctr">
              <a:lnSpc>
                <a:spcPct val="100000"/>
              </a:lnSpc>
              <a:buNone/>
            </a:pPr>
            <a:r>
              <a:rPr lang="pt-BR" sz="1400" dirty="0"/>
              <a:t>Parameters: λ = 0.9, μ = 1, N = 50, MAXT = 20000, QUEUE_CAPACITY = 10</a:t>
            </a:r>
          </a:p>
        </p:txBody>
      </p:sp>
    </p:spTree>
    <p:extLst>
      <p:ext uri="{BB962C8B-B14F-4D97-AF65-F5344CB8AC3E}">
        <p14:creationId xmlns:p14="http://schemas.microsoft.com/office/powerpoint/2010/main" val="25239491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56C89A-85A5-F62F-2753-2457D25C6123}"/>
              </a:ext>
            </a:extLst>
          </p:cNvPr>
          <p:cNvSpPr txBox="1">
            <a:spLocks/>
          </p:cNvSpPr>
          <p:nvPr/>
        </p:nvSpPr>
        <p:spPr>
          <a:xfrm>
            <a:off x="589935" y="238383"/>
            <a:ext cx="9601200" cy="626856"/>
          </a:xfrm>
          <a:prstGeom prst="rect">
            <a:avLst/>
          </a:prstGeom>
        </p:spPr>
        <p:txBody>
          <a:bodyPr/>
          <a:lstStyle>
            <a:lvl1pPr algn="l" defTabSz="914400" rtl="0" eaLnBrk="1" latinLnBrk="0" hangingPunct="1">
              <a:lnSpc>
                <a:spcPct val="90000"/>
              </a:lnSpc>
              <a:spcBef>
                <a:spcPct val="0"/>
              </a:spcBef>
              <a:buNone/>
              <a:defRPr sz="3200" b="1" kern="1200">
                <a:solidFill>
                  <a:schemeClr val="accent1">
                    <a:lumMod val="75000"/>
                  </a:schemeClr>
                </a:solidFill>
                <a:latin typeface="+mj-lt"/>
                <a:ea typeface="+mj-ea"/>
                <a:cs typeface="+mj-cs"/>
              </a:defRPr>
            </a:lvl1pPr>
          </a:lstStyle>
          <a:p>
            <a:r>
              <a:rPr lang="en-US" dirty="0"/>
              <a:t>Experiments</a:t>
            </a:r>
            <a:endParaRPr lang="fa-IR" dirty="0"/>
          </a:p>
          <a:p>
            <a:endParaRPr lang="fa-IR" dirty="0"/>
          </a:p>
          <a:p>
            <a:endParaRPr lang="en-US" dirty="0"/>
          </a:p>
        </p:txBody>
      </p:sp>
      <p:sp>
        <p:nvSpPr>
          <p:cNvPr id="5" name="Content Placeholder 2">
            <a:extLst>
              <a:ext uri="{FF2B5EF4-FFF2-40B4-BE49-F238E27FC236}">
                <a16:creationId xmlns:a16="http://schemas.microsoft.com/office/drawing/2014/main" id="{866E4CCC-0E64-0C05-A508-9C817362602B}"/>
              </a:ext>
            </a:extLst>
          </p:cNvPr>
          <p:cNvSpPr txBox="1">
            <a:spLocks/>
          </p:cNvSpPr>
          <p:nvPr/>
        </p:nvSpPr>
        <p:spPr>
          <a:xfrm>
            <a:off x="589935" y="4669363"/>
            <a:ext cx="4060723" cy="823402"/>
          </a:xfrm>
          <a:prstGeom prst="rect">
            <a:avLst/>
          </a:prstGeom>
        </p:spPr>
        <p:txBody>
          <a:bodyPr>
            <a:noAutofit/>
          </a:bodyPr>
          <a:lstStyle>
            <a:lvl1pPr marL="228600" indent="-228600" algn="l" defTabSz="914400" rtl="0" eaLnBrk="1" latinLnBrk="0" hangingPunct="1">
              <a:lnSpc>
                <a:spcPct val="90000"/>
              </a:lnSpc>
              <a:spcBef>
                <a:spcPts val="1800"/>
              </a:spcBef>
              <a:buClr>
                <a:schemeClr val="accent1">
                  <a:lumMod val="75000"/>
                </a:schemeClr>
              </a:buClr>
              <a:buSzPct val="100000"/>
              <a:buFont typeface="Arial" pitchFamily="34" charset="0"/>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1200"/>
              </a:spcBef>
              <a:buClr>
                <a:schemeClr val="accent1">
                  <a:lumMod val="75000"/>
                </a:schemeClr>
              </a:buClr>
              <a:buSzPct val="100000"/>
              <a:buFont typeface="Arial" pitchFamily="34" charset="0"/>
              <a:buChar char="▪"/>
              <a:defRPr sz="1800" kern="1200">
                <a:solidFill>
                  <a:schemeClr val="tx1"/>
                </a:solidFill>
                <a:latin typeface="+mn-lt"/>
                <a:ea typeface="+mn-ea"/>
                <a:cs typeface="+mn-cs"/>
              </a:defRPr>
            </a:lvl2pPr>
            <a:lvl3pPr marL="685800" indent="-179388" algn="l" defTabSz="914400" rtl="0" eaLnBrk="1" latinLnBrk="0" hangingPunct="1">
              <a:lnSpc>
                <a:spcPct val="90000"/>
              </a:lnSpc>
              <a:spcBef>
                <a:spcPts val="800"/>
              </a:spcBef>
              <a:buClr>
                <a:schemeClr val="accent1">
                  <a:lumMod val="75000"/>
                </a:schemeClr>
              </a:buClr>
              <a:buSzPct val="100000"/>
              <a:buFont typeface="Arial" pitchFamily="34" charset="0"/>
              <a:buChar char="▪"/>
              <a:defRPr sz="1600" kern="1200">
                <a:solidFill>
                  <a:schemeClr val="tx1"/>
                </a:solidFill>
                <a:latin typeface="+mn-lt"/>
                <a:ea typeface="+mn-ea"/>
                <a:cs typeface="+mn-cs"/>
              </a:defRPr>
            </a:lvl3pPr>
            <a:lvl4pPr marL="914400" indent="-182880" algn="l" defTabSz="914400" rtl="0" eaLnBrk="1" latinLnBrk="0" hangingPunct="1">
              <a:lnSpc>
                <a:spcPct val="90000"/>
              </a:lnSpc>
              <a:spcBef>
                <a:spcPts val="8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4pPr>
            <a:lvl5pPr marL="1143000" indent="-179388"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5pPr>
            <a:lvl6pPr marL="1371600" indent="-182880"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6pPr>
            <a:lvl7pPr marL="1600200" indent="-179388"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7pPr>
            <a:lvl8pPr marL="1828800" indent="-182880"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8pPr>
            <a:lvl9pPr marL="1878012" indent="0" algn="l" defTabSz="914400" rtl="0" eaLnBrk="1" latinLnBrk="0" hangingPunct="1">
              <a:lnSpc>
                <a:spcPct val="90000"/>
              </a:lnSpc>
              <a:spcBef>
                <a:spcPts val="600"/>
              </a:spcBef>
              <a:buClr>
                <a:schemeClr val="accent1">
                  <a:lumMod val="75000"/>
                </a:schemeClr>
              </a:buClr>
              <a:buSzPct val="100000"/>
              <a:buFont typeface="Arial" pitchFamily="34" charset="0"/>
              <a:buNone/>
              <a:defRPr sz="1400" kern="1200">
                <a:solidFill>
                  <a:schemeClr val="tx1"/>
                </a:solidFill>
                <a:latin typeface="+mn-lt"/>
                <a:ea typeface="+mn-ea"/>
                <a:cs typeface="+mn-cs"/>
              </a:defRPr>
            </a:lvl9pPr>
          </a:lstStyle>
          <a:p>
            <a:pPr marL="0" indent="0">
              <a:lnSpc>
                <a:spcPct val="100000"/>
              </a:lnSpc>
              <a:buNone/>
            </a:pPr>
            <a:r>
              <a:rPr lang="en-US" sz="1400" dirty="0"/>
              <a:t>Drop</a:t>
            </a:r>
          </a:p>
          <a:p>
            <a:pPr marL="0" indent="0">
              <a:lnSpc>
                <a:spcPct val="100000"/>
              </a:lnSpc>
              <a:buNone/>
            </a:pPr>
            <a:r>
              <a:rPr lang="en-US" sz="1000" dirty="0"/>
              <a:t>Dropped jobs:</a:t>
            </a:r>
          </a:p>
          <a:p>
            <a:pPr marL="0" indent="0">
              <a:lnSpc>
                <a:spcPct val="100000"/>
              </a:lnSpc>
              <a:buNone/>
            </a:pPr>
            <a:r>
              <a:rPr lang="en-US" sz="1000" dirty="0"/>
              <a:t>d1 =&gt; 66353 / 949527 =&gt; drop rate is: 7%</a:t>
            </a:r>
          </a:p>
          <a:p>
            <a:pPr marL="0" indent="0">
              <a:lnSpc>
                <a:spcPct val="100000"/>
              </a:lnSpc>
              <a:buNone/>
            </a:pPr>
            <a:r>
              <a:rPr lang="en-US" sz="1000" dirty="0"/>
              <a:t>d2, d5, d10 =&gt; 0, drop rate is :0%</a:t>
            </a:r>
          </a:p>
        </p:txBody>
      </p:sp>
      <p:sp>
        <p:nvSpPr>
          <p:cNvPr id="6" name="Content Placeholder 2">
            <a:extLst>
              <a:ext uri="{FF2B5EF4-FFF2-40B4-BE49-F238E27FC236}">
                <a16:creationId xmlns:a16="http://schemas.microsoft.com/office/drawing/2014/main" id="{BB24DF29-CB79-E17F-96AD-E53155F42000}"/>
              </a:ext>
            </a:extLst>
          </p:cNvPr>
          <p:cNvSpPr txBox="1">
            <a:spLocks/>
          </p:cNvSpPr>
          <p:nvPr/>
        </p:nvSpPr>
        <p:spPr>
          <a:xfrm>
            <a:off x="6289454" y="4669363"/>
            <a:ext cx="4060723" cy="823402"/>
          </a:xfrm>
          <a:prstGeom prst="rect">
            <a:avLst/>
          </a:prstGeom>
        </p:spPr>
        <p:txBody>
          <a:bodyPr>
            <a:noAutofit/>
          </a:bodyPr>
          <a:lstStyle>
            <a:lvl1pPr marL="228600" indent="-228600" algn="l" defTabSz="914400" rtl="0" eaLnBrk="1" latinLnBrk="0" hangingPunct="1">
              <a:lnSpc>
                <a:spcPct val="90000"/>
              </a:lnSpc>
              <a:spcBef>
                <a:spcPts val="1800"/>
              </a:spcBef>
              <a:buClr>
                <a:schemeClr val="accent1">
                  <a:lumMod val="75000"/>
                </a:schemeClr>
              </a:buClr>
              <a:buSzPct val="100000"/>
              <a:buFont typeface="Arial" pitchFamily="34" charset="0"/>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1200"/>
              </a:spcBef>
              <a:buClr>
                <a:schemeClr val="accent1">
                  <a:lumMod val="75000"/>
                </a:schemeClr>
              </a:buClr>
              <a:buSzPct val="100000"/>
              <a:buFont typeface="Arial" pitchFamily="34" charset="0"/>
              <a:buChar char="▪"/>
              <a:defRPr sz="1800" kern="1200">
                <a:solidFill>
                  <a:schemeClr val="tx1"/>
                </a:solidFill>
                <a:latin typeface="+mn-lt"/>
                <a:ea typeface="+mn-ea"/>
                <a:cs typeface="+mn-cs"/>
              </a:defRPr>
            </a:lvl2pPr>
            <a:lvl3pPr marL="685800" indent="-179388" algn="l" defTabSz="914400" rtl="0" eaLnBrk="1" latinLnBrk="0" hangingPunct="1">
              <a:lnSpc>
                <a:spcPct val="90000"/>
              </a:lnSpc>
              <a:spcBef>
                <a:spcPts val="800"/>
              </a:spcBef>
              <a:buClr>
                <a:schemeClr val="accent1">
                  <a:lumMod val="75000"/>
                </a:schemeClr>
              </a:buClr>
              <a:buSzPct val="100000"/>
              <a:buFont typeface="Arial" pitchFamily="34" charset="0"/>
              <a:buChar char="▪"/>
              <a:defRPr sz="1600" kern="1200">
                <a:solidFill>
                  <a:schemeClr val="tx1"/>
                </a:solidFill>
                <a:latin typeface="+mn-lt"/>
                <a:ea typeface="+mn-ea"/>
                <a:cs typeface="+mn-cs"/>
              </a:defRPr>
            </a:lvl3pPr>
            <a:lvl4pPr marL="914400" indent="-182880" algn="l" defTabSz="914400" rtl="0" eaLnBrk="1" latinLnBrk="0" hangingPunct="1">
              <a:lnSpc>
                <a:spcPct val="90000"/>
              </a:lnSpc>
              <a:spcBef>
                <a:spcPts val="8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4pPr>
            <a:lvl5pPr marL="1143000" indent="-179388"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5pPr>
            <a:lvl6pPr marL="1371600" indent="-182880"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6pPr>
            <a:lvl7pPr marL="1600200" indent="-179388"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7pPr>
            <a:lvl8pPr marL="1828800" indent="-182880"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8pPr>
            <a:lvl9pPr marL="1878012" indent="0" algn="l" defTabSz="914400" rtl="0" eaLnBrk="1" latinLnBrk="0" hangingPunct="1">
              <a:lnSpc>
                <a:spcPct val="90000"/>
              </a:lnSpc>
              <a:spcBef>
                <a:spcPts val="600"/>
              </a:spcBef>
              <a:buClr>
                <a:schemeClr val="accent1">
                  <a:lumMod val="75000"/>
                </a:schemeClr>
              </a:buClr>
              <a:buSzPct val="100000"/>
              <a:buFont typeface="Arial" pitchFamily="34" charset="0"/>
              <a:buNone/>
              <a:defRPr sz="1400" kern="1200">
                <a:solidFill>
                  <a:schemeClr val="tx1"/>
                </a:solidFill>
                <a:latin typeface="+mn-lt"/>
                <a:ea typeface="+mn-ea"/>
                <a:cs typeface="+mn-cs"/>
              </a:defRPr>
            </a:lvl9pPr>
          </a:lstStyle>
          <a:p>
            <a:pPr marL="0" indent="0">
              <a:lnSpc>
                <a:spcPct val="100000"/>
              </a:lnSpc>
              <a:buNone/>
            </a:pPr>
            <a:r>
              <a:rPr lang="en-US" sz="1400" dirty="0"/>
              <a:t>Retry = 3</a:t>
            </a:r>
          </a:p>
          <a:p>
            <a:pPr marL="0" indent="0">
              <a:lnSpc>
                <a:spcPct val="100000"/>
              </a:lnSpc>
              <a:buNone/>
            </a:pPr>
            <a:r>
              <a:rPr lang="en-US" sz="1000" dirty="0"/>
              <a:t>Dropped jobs:</a:t>
            </a:r>
          </a:p>
          <a:p>
            <a:pPr marL="0" indent="0">
              <a:lnSpc>
                <a:spcPct val="100000"/>
              </a:lnSpc>
              <a:buNone/>
            </a:pPr>
            <a:r>
              <a:rPr lang="en-US" sz="1000" dirty="0"/>
              <a:t>1495 / 950906 =&gt; drop rate is: 0.16%</a:t>
            </a:r>
          </a:p>
          <a:p>
            <a:pPr marL="0" indent="0">
              <a:lnSpc>
                <a:spcPct val="100000"/>
              </a:lnSpc>
              <a:buNone/>
            </a:pPr>
            <a:r>
              <a:rPr lang="en-US" sz="1000" dirty="0"/>
              <a:t>d2, d5, d10 =&gt; 0, drop rate is :0%</a:t>
            </a:r>
          </a:p>
        </p:txBody>
      </p:sp>
      <p:sp>
        <p:nvSpPr>
          <p:cNvPr id="7" name="Content Placeholder 2">
            <a:extLst>
              <a:ext uri="{FF2B5EF4-FFF2-40B4-BE49-F238E27FC236}">
                <a16:creationId xmlns:a16="http://schemas.microsoft.com/office/drawing/2014/main" id="{E395AB0D-39AC-ACC0-65B1-B91EE37935D9}"/>
              </a:ext>
            </a:extLst>
          </p:cNvPr>
          <p:cNvSpPr txBox="1">
            <a:spLocks/>
          </p:cNvSpPr>
          <p:nvPr/>
        </p:nvSpPr>
        <p:spPr>
          <a:xfrm>
            <a:off x="1595284" y="6394516"/>
            <a:ext cx="7998542" cy="450202"/>
          </a:xfrm>
          <a:prstGeom prst="rect">
            <a:avLst/>
          </a:prstGeom>
        </p:spPr>
        <p:txBody>
          <a:bodyPr>
            <a:noAutofit/>
          </a:bodyPr>
          <a:lstStyle>
            <a:lvl1pPr marL="228600" indent="-228600" algn="l" defTabSz="914400" rtl="0" eaLnBrk="1" latinLnBrk="0" hangingPunct="1">
              <a:lnSpc>
                <a:spcPct val="90000"/>
              </a:lnSpc>
              <a:spcBef>
                <a:spcPts val="1800"/>
              </a:spcBef>
              <a:buClr>
                <a:schemeClr val="accent1">
                  <a:lumMod val="75000"/>
                </a:schemeClr>
              </a:buClr>
              <a:buSzPct val="100000"/>
              <a:buFont typeface="Arial" pitchFamily="34" charset="0"/>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1200"/>
              </a:spcBef>
              <a:buClr>
                <a:schemeClr val="accent1">
                  <a:lumMod val="75000"/>
                </a:schemeClr>
              </a:buClr>
              <a:buSzPct val="100000"/>
              <a:buFont typeface="Arial" pitchFamily="34" charset="0"/>
              <a:buChar char="▪"/>
              <a:defRPr sz="1800" kern="1200">
                <a:solidFill>
                  <a:schemeClr val="tx1"/>
                </a:solidFill>
                <a:latin typeface="+mn-lt"/>
                <a:ea typeface="+mn-ea"/>
                <a:cs typeface="+mn-cs"/>
              </a:defRPr>
            </a:lvl2pPr>
            <a:lvl3pPr marL="685800" indent="-179388" algn="l" defTabSz="914400" rtl="0" eaLnBrk="1" latinLnBrk="0" hangingPunct="1">
              <a:lnSpc>
                <a:spcPct val="90000"/>
              </a:lnSpc>
              <a:spcBef>
                <a:spcPts val="800"/>
              </a:spcBef>
              <a:buClr>
                <a:schemeClr val="accent1">
                  <a:lumMod val="75000"/>
                </a:schemeClr>
              </a:buClr>
              <a:buSzPct val="100000"/>
              <a:buFont typeface="Arial" pitchFamily="34" charset="0"/>
              <a:buChar char="▪"/>
              <a:defRPr sz="1600" kern="1200">
                <a:solidFill>
                  <a:schemeClr val="tx1"/>
                </a:solidFill>
                <a:latin typeface="+mn-lt"/>
                <a:ea typeface="+mn-ea"/>
                <a:cs typeface="+mn-cs"/>
              </a:defRPr>
            </a:lvl3pPr>
            <a:lvl4pPr marL="914400" indent="-182880" algn="l" defTabSz="914400" rtl="0" eaLnBrk="1" latinLnBrk="0" hangingPunct="1">
              <a:lnSpc>
                <a:spcPct val="90000"/>
              </a:lnSpc>
              <a:spcBef>
                <a:spcPts val="8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4pPr>
            <a:lvl5pPr marL="1143000" indent="-179388"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5pPr>
            <a:lvl6pPr marL="1371600" indent="-182880"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6pPr>
            <a:lvl7pPr marL="1600200" indent="-179388"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7pPr>
            <a:lvl8pPr marL="1828800" indent="-182880"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8pPr>
            <a:lvl9pPr marL="1878012" indent="0" algn="l" defTabSz="914400" rtl="0" eaLnBrk="1" latinLnBrk="0" hangingPunct="1">
              <a:lnSpc>
                <a:spcPct val="90000"/>
              </a:lnSpc>
              <a:spcBef>
                <a:spcPts val="600"/>
              </a:spcBef>
              <a:buClr>
                <a:schemeClr val="accent1">
                  <a:lumMod val="75000"/>
                </a:schemeClr>
              </a:buClr>
              <a:buSzPct val="100000"/>
              <a:buFont typeface="Arial" pitchFamily="34" charset="0"/>
              <a:buNone/>
              <a:defRPr sz="1400" kern="1200">
                <a:solidFill>
                  <a:schemeClr val="tx1"/>
                </a:solidFill>
                <a:latin typeface="+mn-lt"/>
                <a:ea typeface="+mn-ea"/>
                <a:cs typeface="+mn-cs"/>
              </a:defRPr>
            </a:lvl9pPr>
          </a:lstStyle>
          <a:p>
            <a:pPr marL="0" indent="0" algn="ctr">
              <a:lnSpc>
                <a:spcPct val="100000"/>
              </a:lnSpc>
              <a:buNone/>
            </a:pPr>
            <a:r>
              <a:rPr lang="pt-BR" sz="1400" dirty="0"/>
              <a:t>Parameters: λ = 0.95, μ = 1, N = 50, MAXT = 20000, QUEUE_CAPACITY = 10</a:t>
            </a:r>
          </a:p>
        </p:txBody>
      </p:sp>
      <p:pic>
        <p:nvPicPr>
          <p:cNvPr id="9" name="Picture 8">
            <a:extLst>
              <a:ext uri="{FF2B5EF4-FFF2-40B4-BE49-F238E27FC236}">
                <a16:creationId xmlns:a16="http://schemas.microsoft.com/office/drawing/2014/main" id="{F9EC095E-F60B-F52E-01CF-D6283AD92E42}"/>
              </a:ext>
            </a:extLst>
          </p:cNvPr>
          <p:cNvPicPr>
            <a:picLocks noChangeAspect="1"/>
          </p:cNvPicPr>
          <p:nvPr/>
        </p:nvPicPr>
        <p:blipFill>
          <a:blip r:embed="rId2"/>
          <a:stretch>
            <a:fillRect/>
          </a:stretch>
        </p:blipFill>
        <p:spPr>
          <a:xfrm>
            <a:off x="589935" y="865239"/>
            <a:ext cx="5084692" cy="3676506"/>
          </a:xfrm>
          <a:prstGeom prst="rect">
            <a:avLst/>
          </a:prstGeom>
        </p:spPr>
      </p:pic>
      <p:pic>
        <p:nvPicPr>
          <p:cNvPr id="11" name="Picture 10">
            <a:extLst>
              <a:ext uri="{FF2B5EF4-FFF2-40B4-BE49-F238E27FC236}">
                <a16:creationId xmlns:a16="http://schemas.microsoft.com/office/drawing/2014/main" id="{C489D17B-F6F9-6D9F-C7F3-75F65A930793}"/>
              </a:ext>
            </a:extLst>
          </p:cNvPr>
          <p:cNvPicPr>
            <a:picLocks noChangeAspect="1"/>
          </p:cNvPicPr>
          <p:nvPr/>
        </p:nvPicPr>
        <p:blipFill>
          <a:blip r:embed="rId3"/>
          <a:stretch>
            <a:fillRect/>
          </a:stretch>
        </p:blipFill>
        <p:spPr>
          <a:xfrm>
            <a:off x="6289454" y="865239"/>
            <a:ext cx="5033756" cy="3676506"/>
          </a:xfrm>
          <a:prstGeom prst="rect">
            <a:avLst/>
          </a:prstGeom>
        </p:spPr>
      </p:pic>
    </p:spTree>
    <p:extLst>
      <p:ext uri="{BB962C8B-B14F-4D97-AF65-F5344CB8AC3E}">
        <p14:creationId xmlns:p14="http://schemas.microsoft.com/office/powerpoint/2010/main" val="23072185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C0EB30-5EEF-F4B4-5AB0-7A51CE3B42C6}"/>
              </a:ext>
            </a:extLst>
          </p:cNvPr>
          <p:cNvSpPr txBox="1">
            <a:spLocks/>
          </p:cNvSpPr>
          <p:nvPr/>
        </p:nvSpPr>
        <p:spPr>
          <a:xfrm>
            <a:off x="514877" y="289039"/>
            <a:ext cx="11326762" cy="931656"/>
          </a:xfrm>
          <a:prstGeom prst="rect">
            <a:avLst/>
          </a:prstGeom>
        </p:spPr>
        <p:txBody>
          <a:bodyPr/>
          <a:lstStyle>
            <a:lvl1pPr algn="l" defTabSz="914400" rtl="0" eaLnBrk="1" latinLnBrk="0" hangingPunct="1">
              <a:lnSpc>
                <a:spcPct val="90000"/>
              </a:lnSpc>
              <a:spcBef>
                <a:spcPct val="0"/>
              </a:spcBef>
              <a:buNone/>
              <a:defRPr sz="3200" b="1" kern="1200">
                <a:solidFill>
                  <a:schemeClr val="accent1">
                    <a:lumMod val="75000"/>
                  </a:schemeClr>
                </a:solidFill>
                <a:latin typeface="+mj-lt"/>
                <a:ea typeface="+mj-ea"/>
                <a:cs typeface="+mj-cs"/>
              </a:defRPr>
            </a:lvl1pPr>
          </a:lstStyle>
          <a:p>
            <a:pPr>
              <a:lnSpc>
                <a:spcPct val="150000"/>
              </a:lnSpc>
            </a:pPr>
            <a:r>
              <a:rPr lang="en-US" sz="2900" dirty="0"/>
              <a:t>Average Time in System (W) – Effect of Overflow Policies</a:t>
            </a:r>
          </a:p>
          <a:p>
            <a:pPr>
              <a:lnSpc>
                <a:spcPct val="150000"/>
              </a:lnSpc>
            </a:pPr>
            <a:endParaRPr lang="fa-IR" dirty="0"/>
          </a:p>
        </p:txBody>
      </p:sp>
      <p:pic>
        <p:nvPicPr>
          <p:cNvPr id="4" name="Picture 3">
            <a:extLst>
              <a:ext uri="{FF2B5EF4-FFF2-40B4-BE49-F238E27FC236}">
                <a16:creationId xmlns:a16="http://schemas.microsoft.com/office/drawing/2014/main" id="{3DB4C416-EABB-A3CC-C867-F787793CE6CD}"/>
              </a:ext>
            </a:extLst>
          </p:cNvPr>
          <p:cNvPicPr>
            <a:picLocks noChangeAspect="1"/>
          </p:cNvPicPr>
          <p:nvPr/>
        </p:nvPicPr>
        <p:blipFill>
          <a:blip r:embed="rId2"/>
          <a:stretch>
            <a:fillRect/>
          </a:stretch>
        </p:blipFill>
        <p:spPr>
          <a:xfrm>
            <a:off x="4283091" y="1796965"/>
            <a:ext cx="3565511" cy="2674133"/>
          </a:xfrm>
          <a:prstGeom prst="rect">
            <a:avLst/>
          </a:prstGeom>
        </p:spPr>
      </p:pic>
      <p:pic>
        <p:nvPicPr>
          <p:cNvPr id="6" name="Picture 5">
            <a:extLst>
              <a:ext uri="{FF2B5EF4-FFF2-40B4-BE49-F238E27FC236}">
                <a16:creationId xmlns:a16="http://schemas.microsoft.com/office/drawing/2014/main" id="{FBB09272-5BD7-05A8-305D-700ECB8623C9}"/>
              </a:ext>
            </a:extLst>
          </p:cNvPr>
          <p:cNvPicPr>
            <a:picLocks noChangeAspect="1"/>
          </p:cNvPicPr>
          <p:nvPr/>
        </p:nvPicPr>
        <p:blipFill>
          <a:blip r:embed="rId3"/>
          <a:stretch>
            <a:fillRect/>
          </a:stretch>
        </p:blipFill>
        <p:spPr>
          <a:xfrm>
            <a:off x="454570" y="1796965"/>
            <a:ext cx="3565511" cy="2674133"/>
          </a:xfrm>
          <a:prstGeom prst="rect">
            <a:avLst/>
          </a:prstGeom>
        </p:spPr>
      </p:pic>
      <p:pic>
        <p:nvPicPr>
          <p:cNvPr id="8" name="Picture 7">
            <a:extLst>
              <a:ext uri="{FF2B5EF4-FFF2-40B4-BE49-F238E27FC236}">
                <a16:creationId xmlns:a16="http://schemas.microsoft.com/office/drawing/2014/main" id="{D6EE66AD-FE14-A293-80C7-991BE7E07BB7}"/>
              </a:ext>
            </a:extLst>
          </p:cNvPr>
          <p:cNvPicPr>
            <a:picLocks noChangeAspect="1"/>
          </p:cNvPicPr>
          <p:nvPr/>
        </p:nvPicPr>
        <p:blipFill>
          <a:blip r:embed="rId4"/>
          <a:stretch>
            <a:fillRect/>
          </a:stretch>
        </p:blipFill>
        <p:spPr>
          <a:xfrm>
            <a:off x="8111612" y="1796965"/>
            <a:ext cx="3565511" cy="2674133"/>
          </a:xfrm>
          <a:prstGeom prst="rect">
            <a:avLst/>
          </a:prstGeom>
        </p:spPr>
      </p:pic>
      <p:sp>
        <p:nvSpPr>
          <p:cNvPr id="9" name="Content Placeholder 2">
            <a:extLst>
              <a:ext uri="{FF2B5EF4-FFF2-40B4-BE49-F238E27FC236}">
                <a16:creationId xmlns:a16="http://schemas.microsoft.com/office/drawing/2014/main" id="{8902302F-E3B5-A30F-F763-C2F6E5ACA1CA}"/>
              </a:ext>
            </a:extLst>
          </p:cNvPr>
          <p:cNvSpPr txBox="1">
            <a:spLocks/>
          </p:cNvSpPr>
          <p:nvPr/>
        </p:nvSpPr>
        <p:spPr>
          <a:xfrm>
            <a:off x="222368" y="4598917"/>
            <a:ext cx="4060723" cy="823402"/>
          </a:xfrm>
          <a:prstGeom prst="rect">
            <a:avLst/>
          </a:prstGeom>
        </p:spPr>
        <p:txBody>
          <a:bodyPr>
            <a:noAutofit/>
          </a:bodyPr>
          <a:lstStyle>
            <a:lvl1pPr marL="228600" indent="-228600" algn="l" defTabSz="914400" rtl="0" eaLnBrk="1" latinLnBrk="0" hangingPunct="1">
              <a:lnSpc>
                <a:spcPct val="90000"/>
              </a:lnSpc>
              <a:spcBef>
                <a:spcPts val="1800"/>
              </a:spcBef>
              <a:buClr>
                <a:schemeClr val="accent1">
                  <a:lumMod val="75000"/>
                </a:schemeClr>
              </a:buClr>
              <a:buSzPct val="100000"/>
              <a:buFont typeface="Arial" pitchFamily="34" charset="0"/>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1200"/>
              </a:spcBef>
              <a:buClr>
                <a:schemeClr val="accent1">
                  <a:lumMod val="75000"/>
                </a:schemeClr>
              </a:buClr>
              <a:buSzPct val="100000"/>
              <a:buFont typeface="Arial" pitchFamily="34" charset="0"/>
              <a:buChar char="▪"/>
              <a:defRPr sz="1800" kern="1200">
                <a:solidFill>
                  <a:schemeClr val="tx1"/>
                </a:solidFill>
                <a:latin typeface="+mn-lt"/>
                <a:ea typeface="+mn-ea"/>
                <a:cs typeface="+mn-cs"/>
              </a:defRPr>
            </a:lvl2pPr>
            <a:lvl3pPr marL="685800" indent="-179388" algn="l" defTabSz="914400" rtl="0" eaLnBrk="1" latinLnBrk="0" hangingPunct="1">
              <a:lnSpc>
                <a:spcPct val="90000"/>
              </a:lnSpc>
              <a:spcBef>
                <a:spcPts val="800"/>
              </a:spcBef>
              <a:buClr>
                <a:schemeClr val="accent1">
                  <a:lumMod val="75000"/>
                </a:schemeClr>
              </a:buClr>
              <a:buSzPct val="100000"/>
              <a:buFont typeface="Arial" pitchFamily="34" charset="0"/>
              <a:buChar char="▪"/>
              <a:defRPr sz="1600" kern="1200">
                <a:solidFill>
                  <a:schemeClr val="tx1"/>
                </a:solidFill>
                <a:latin typeface="+mn-lt"/>
                <a:ea typeface="+mn-ea"/>
                <a:cs typeface="+mn-cs"/>
              </a:defRPr>
            </a:lvl3pPr>
            <a:lvl4pPr marL="914400" indent="-182880" algn="l" defTabSz="914400" rtl="0" eaLnBrk="1" latinLnBrk="0" hangingPunct="1">
              <a:lnSpc>
                <a:spcPct val="90000"/>
              </a:lnSpc>
              <a:spcBef>
                <a:spcPts val="8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4pPr>
            <a:lvl5pPr marL="1143000" indent="-179388"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5pPr>
            <a:lvl6pPr marL="1371600" indent="-182880"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6pPr>
            <a:lvl7pPr marL="1600200" indent="-179388"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7pPr>
            <a:lvl8pPr marL="1828800" indent="-182880"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8pPr>
            <a:lvl9pPr marL="1878012" indent="0" algn="l" defTabSz="914400" rtl="0" eaLnBrk="1" latinLnBrk="0" hangingPunct="1">
              <a:lnSpc>
                <a:spcPct val="90000"/>
              </a:lnSpc>
              <a:spcBef>
                <a:spcPts val="600"/>
              </a:spcBef>
              <a:buClr>
                <a:schemeClr val="accent1">
                  <a:lumMod val="75000"/>
                </a:schemeClr>
              </a:buClr>
              <a:buSzPct val="100000"/>
              <a:buFont typeface="Arial" pitchFamily="34" charset="0"/>
              <a:buNone/>
              <a:defRPr sz="1400" kern="1200">
                <a:solidFill>
                  <a:schemeClr val="tx1"/>
                </a:solidFill>
                <a:latin typeface="+mn-lt"/>
                <a:ea typeface="+mn-ea"/>
                <a:cs typeface="+mn-cs"/>
              </a:defRPr>
            </a:lvl9pPr>
          </a:lstStyle>
          <a:p>
            <a:pPr marL="0" indent="0" algn="ctr">
              <a:lnSpc>
                <a:spcPct val="100000"/>
              </a:lnSpc>
              <a:buNone/>
            </a:pPr>
            <a:r>
              <a:rPr lang="en-US" sz="1400" dirty="0"/>
              <a:t>Infinite Queue (No Overflow Policy)</a:t>
            </a:r>
          </a:p>
        </p:txBody>
      </p:sp>
      <p:sp>
        <p:nvSpPr>
          <p:cNvPr id="11" name="Content Placeholder 2">
            <a:extLst>
              <a:ext uri="{FF2B5EF4-FFF2-40B4-BE49-F238E27FC236}">
                <a16:creationId xmlns:a16="http://schemas.microsoft.com/office/drawing/2014/main" id="{D167CAE7-DA9F-5F64-B644-CE7C4DC92117}"/>
              </a:ext>
            </a:extLst>
          </p:cNvPr>
          <p:cNvSpPr txBox="1">
            <a:spLocks/>
          </p:cNvSpPr>
          <p:nvPr/>
        </p:nvSpPr>
        <p:spPr>
          <a:xfrm>
            <a:off x="4147895" y="4598917"/>
            <a:ext cx="4060723" cy="823402"/>
          </a:xfrm>
          <a:prstGeom prst="rect">
            <a:avLst/>
          </a:prstGeom>
        </p:spPr>
        <p:txBody>
          <a:bodyPr>
            <a:noAutofit/>
          </a:bodyPr>
          <a:lstStyle>
            <a:lvl1pPr marL="228600" indent="-228600" algn="l" defTabSz="914400" rtl="0" eaLnBrk="1" latinLnBrk="0" hangingPunct="1">
              <a:lnSpc>
                <a:spcPct val="90000"/>
              </a:lnSpc>
              <a:spcBef>
                <a:spcPts val="1800"/>
              </a:spcBef>
              <a:buClr>
                <a:schemeClr val="accent1">
                  <a:lumMod val="75000"/>
                </a:schemeClr>
              </a:buClr>
              <a:buSzPct val="100000"/>
              <a:buFont typeface="Arial" pitchFamily="34" charset="0"/>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1200"/>
              </a:spcBef>
              <a:buClr>
                <a:schemeClr val="accent1">
                  <a:lumMod val="75000"/>
                </a:schemeClr>
              </a:buClr>
              <a:buSzPct val="100000"/>
              <a:buFont typeface="Arial" pitchFamily="34" charset="0"/>
              <a:buChar char="▪"/>
              <a:defRPr sz="1800" kern="1200">
                <a:solidFill>
                  <a:schemeClr val="tx1"/>
                </a:solidFill>
                <a:latin typeface="+mn-lt"/>
                <a:ea typeface="+mn-ea"/>
                <a:cs typeface="+mn-cs"/>
              </a:defRPr>
            </a:lvl2pPr>
            <a:lvl3pPr marL="685800" indent="-179388" algn="l" defTabSz="914400" rtl="0" eaLnBrk="1" latinLnBrk="0" hangingPunct="1">
              <a:lnSpc>
                <a:spcPct val="90000"/>
              </a:lnSpc>
              <a:spcBef>
                <a:spcPts val="800"/>
              </a:spcBef>
              <a:buClr>
                <a:schemeClr val="accent1">
                  <a:lumMod val="75000"/>
                </a:schemeClr>
              </a:buClr>
              <a:buSzPct val="100000"/>
              <a:buFont typeface="Arial" pitchFamily="34" charset="0"/>
              <a:buChar char="▪"/>
              <a:defRPr sz="1600" kern="1200">
                <a:solidFill>
                  <a:schemeClr val="tx1"/>
                </a:solidFill>
                <a:latin typeface="+mn-lt"/>
                <a:ea typeface="+mn-ea"/>
                <a:cs typeface="+mn-cs"/>
              </a:defRPr>
            </a:lvl3pPr>
            <a:lvl4pPr marL="914400" indent="-182880" algn="l" defTabSz="914400" rtl="0" eaLnBrk="1" latinLnBrk="0" hangingPunct="1">
              <a:lnSpc>
                <a:spcPct val="90000"/>
              </a:lnSpc>
              <a:spcBef>
                <a:spcPts val="8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4pPr>
            <a:lvl5pPr marL="1143000" indent="-179388"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5pPr>
            <a:lvl6pPr marL="1371600" indent="-182880"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6pPr>
            <a:lvl7pPr marL="1600200" indent="-179388"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7pPr>
            <a:lvl8pPr marL="1828800" indent="-182880"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8pPr>
            <a:lvl9pPr marL="1878012" indent="0" algn="l" defTabSz="914400" rtl="0" eaLnBrk="1" latinLnBrk="0" hangingPunct="1">
              <a:lnSpc>
                <a:spcPct val="90000"/>
              </a:lnSpc>
              <a:spcBef>
                <a:spcPts val="600"/>
              </a:spcBef>
              <a:buClr>
                <a:schemeClr val="accent1">
                  <a:lumMod val="75000"/>
                </a:schemeClr>
              </a:buClr>
              <a:buSzPct val="100000"/>
              <a:buFont typeface="Arial" pitchFamily="34" charset="0"/>
              <a:buNone/>
              <a:defRPr sz="1400" kern="1200">
                <a:solidFill>
                  <a:schemeClr val="tx1"/>
                </a:solidFill>
                <a:latin typeface="+mn-lt"/>
                <a:ea typeface="+mn-ea"/>
                <a:cs typeface="+mn-cs"/>
              </a:defRPr>
            </a:lvl9pPr>
          </a:lstStyle>
          <a:p>
            <a:pPr marL="0" indent="0" algn="ctr">
              <a:lnSpc>
                <a:spcPct val="100000"/>
              </a:lnSpc>
              <a:buNone/>
            </a:pPr>
            <a:r>
              <a:rPr lang="en-US" sz="1400" dirty="0"/>
              <a:t>Finite Queue with Drop Policy</a:t>
            </a:r>
          </a:p>
        </p:txBody>
      </p:sp>
      <p:sp>
        <p:nvSpPr>
          <p:cNvPr id="14" name="Content Placeholder 2">
            <a:extLst>
              <a:ext uri="{FF2B5EF4-FFF2-40B4-BE49-F238E27FC236}">
                <a16:creationId xmlns:a16="http://schemas.microsoft.com/office/drawing/2014/main" id="{85552E7D-8EE7-D59B-324D-B80CA3D0ABE6}"/>
              </a:ext>
            </a:extLst>
          </p:cNvPr>
          <p:cNvSpPr txBox="1">
            <a:spLocks/>
          </p:cNvSpPr>
          <p:nvPr/>
        </p:nvSpPr>
        <p:spPr>
          <a:xfrm>
            <a:off x="7577641" y="4598917"/>
            <a:ext cx="4633452" cy="823402"/>
          </a:xfrm>
          <a:prstGeom prst="rect">
            <a:avLst/>
          </a:prstGeom>
        </p:spPr>
        <p:txBody>
          <a:bodyPr>
            <a:noAutofit/>
          </a:bodyPr>
          <a:lstStyle>
            <a:lvl1pPr marL="228600" indent="-228600" algn="l" defTabSz="914400" rtl="0" eaLnBrk="1" latinLnBrk="0" hangingPunct="1">
              <a:lnSpc>
                <a:spcPct val="90000"/>
              </a:lnSpc>
              <a:spcBef>
                <a:spcPts val="1800"/>
              </a:spcBef>
              <a:buClr>
                <a:schemeClr val="accent1">
                  <a:lumMod val="75000"/>
                </a:schemeClr>
              </a:buClr>
              <a:buSzPct val="100000"/>
              <a:buFont typeface="Arial" pitchFamily="34" charset="0"/>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1200"/>
              </a:spcBef>
              <a:buClr>
                <a:schemeClr val="accent1">
                  <a:lumMod val="75000"/>
                </a:schemeClr>
              </a:buClr>
              <a:buSzPct val="100000"/>
              <a:buFont typeface="Arial" pitchFamily="34" charset="0"/>
              <a:buChar char="▪"/>
              <a:defRPr sz="1800" kern="1200">
                <a:solidFill>
                  <a:schemeClr val="tx1"/>
                </a:solidFill>
                <a:latin typeface="+mn-lt"/>
                <a:ea typeface="+mn-ea"/>
                <a:cs typeface="+mn-cs"/>
              </a:defRPr>
            </a:lvl2pPr>
            <a:lvl3pPr marL="685800" indent="-179388" algn="l" defTabSz="914400" rtl="0" eaLnBrk="1" latinLnBrk="0" hangingPunct="1">
              <a:lnSpc>
                <a:spcPct val="90000"/>
              </a:lnSpc>
              <a:spcBef>
                <a:spcPts val="800"/>
              </a:spcBef>
              <a:buClr>
                <a:schemeClr val="accent1">
                  <a:lumMod val="75000"/>
                </a:schemeClr>
              </a:buClr>
              <a:buSzPct val="100000"/>
              <a:buFont typeface="Arial" pitchFamily="34" charset="0"/>
              <a:buChar char="▪"/>
              <a:defRPr sz="1600" kern="1200">
                <a:solidFill>
                  <a:schemeClr val="tx1"/>
                </a:solidFill>
                <a:latin typeface="+mn-lt"/>
                <a:ea typeface="+mn-ea"/>
                <a:cs typeface="+mn-cs"/>
              </a:defRPr>
            </a:lvl3pPr>
            <a:lvl4pPr marL="914400" indent="-182880" algn="l" defTabSz="914400" rtl="0" eaLnBrk="1" latinLnBrk="0" hangingPunct="1">
              <a:lnSpc>
                <a:spcPct val="90000"/>
              </a:lnSpc>
              <a:spcBef>
                <a:spcPts val="8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4pPr>
            <a:lvl5pPr marL="1143000" indent="-179388"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5pPr>
            <a:lvl6pPr marL="1371600" indent="-182880"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6pPr>
            <a:lvl7pPr marL="1600200" indent="-179388"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7pPr>
            <a:lvl8pPr marL="1828800" indent="-182880"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8pPr>
            <a:lvl9pPr marL="1878012" indent="0" algn="l" defTabSz="914400" rtl="0" eaLnBrk="1" latinLnBrk="0" hangingPunct="1">
              <a:lnSpc>
                <a:spcPct val="90000"/>
              </a:lnSpc>
              <a:spcBef>
                <a:spcPts val="600"/>
              </a:spcBef>
              <a:buClr>
                <a:schemeClr val="accent1">
                  <a:lumMod val="75000"/>
                </a:schemeClr>
              </a:buClr>
              <a:buSzPct val="100000"/>
              <a:buFont typeface="Arial" pitchFamily="34" charset="0"/>
              <a:buNone/>
              <a:defRPr sz="1400" kern="1200">
                <a:solidFill>
                  <a:schemeClr val="tx1"/>
                </a:solidFill>
                <a:latin typeface="+mn-lt"/>
                <a:ea typeface="+mn-ea"/>
                <a:cs typeface="+mn-cs"/>
              </a:defRPr>
            </a:lvl9pPr>
          </a:lstStyle>
          <a:p>
            <a:pPr marL="0" indent="0" algn="ctr">
              <a:lnSpc>
                <a:spcPct val="100000"/>
              </a:lnSpc>
              <a:spcBef>
                <a:spcPts val="0"/>
              </a:spcBef>
              <a:spcAft>
                <a:spcPts val="600"/>
              </a:spcAft>
              <a:buNone/>
            </a:pPr>
            <a:r>
              <a:rPr lang="en-US" sz="1400" dirty="0"/>
              <a:t>Finite Queue with Retry Policy </a:t>
            </a:r>
            <a:endParaRPr lang="fa-IR" sz="1400" dirty="0"/>
          </a:p>
          <a:p>
            <a:pPr marL="0" indent="0" algn="ctr">
              <a:lnSpc>
                <a:spcPct val="100000"/>
              </a:lnSpc>
              <a:spcBef>
                <a:spcPts val="0"/>
              </a:spcBef>
              <a:spcAft>
                <a:spcPts val="600"/>
              </a:spcAft>
              <a:buNone/>
            </a:pPr>
            <a:r>
              <a:rPr lang="en-US" sz="1400" dirty="0"/>
              <a:t>(Max</a:t>
            </a:r>
            <a:r>
              <a:rPr lang="fa-IR" sz="1400" dirty="0"/>
              <a:t> </a:t>
            </a:r>
            <a:r>
              <a:rPr lang="en-US" sz="1400" dirty="0"/>
              <a:t>Retries = 3)</a:t>
            </a:r>
          </a:p>
        </p:txBody>
      </p:sp>
      <p:sp>
        <p:nvSpPr>
          <p:cNvPr id="15" name="Content Placeholder 2">
            <a:extLst>
              <a:ext uri="{FF2B5EF4-FFF2-40B4-BE49-F238E27FC236}">
                <a16:creationId xmlns:a16="http://schemas.microsoft.com/office/drawing/2014/main" id="{400CC3FC-BB47-143C-DF2C-BF5D3507B9CC}"/>
              </a:ext>
            </a:extLst>
          </p:cNvPr>
          <p:cNvSpPr txBox="1">
            <a:spLocks/>
          </p:cNvSpPr>
          <p:nvPr/>
        </p:nvSpPr>
        <p:spPr>
          <a:xfrm>
            <a:off x="2178986" y="6187585"/>
            <a:ext cx="7998542" cy="450202"/>
          </a:xfrm>
          <a:prstGeom prst="rect">
            <a:avLst/>
          </a:prstGeom>
        </p:spPr>
        <p:txBody>
          <a:bodyPr>
            <a:noAutofit/>
          </a:bodyPr>
          <a:lstStyle>
            <a:lvl1pPr marL="228600" indent="-228600" algn="l" defTabSz="914400" rtl="0" eaLnBrk="1" latinLnBrk="0" hangingPunct="1">
              <a:lnSpc>
                <a:spcPct val="90000"/>
              </a:lnSpc>
              <a:spcBef>
                <a:spcPts val="1800"/>
              </a:spcBef>
              <a:buClr>
                <a:schemeClr val="accent1">
                  <a:lumMod val="75000"/>
                </a:schemeClr>
              </a:buClr>
              <a:buSzPct val="100000"/>
              <a:buFont typeface="Arial" pitchFamily="34" charset="0"/>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1200"/>
              </a:spcBef>
              <a:buClr>
                <a:schemeClr val="accent1">
                  <a:lumMod val="75000"/>
                </a:schemeClr>
              </a:buClr>
              <a:buSzPct val="100000"/>
              <a:buFont typeface="Arial" pitchFamily="34" charset="0"/>
              <a:buChar char="▪"/>
              <a:defRPr sz="1800" kern="1200">
                <a:solidFill>
                  <a:schemeClr val="tx1"/>
                </a:solidFill>
                <a:latin typeface="+mn-lt"/>
                <a:ea typeface="+mn-ea"/>
                <a:cs typeface="+mn-cs"/>
              </a:defRPr>
            </a:lvl2pPr>
            <a:lvl3pPr marL="685800" indent="-179388" algn="l" defTabSz="914400" rtl="0" eaLnBrk="1" latinLnBrk="0" hangingPunct="1">
              <a:lnSpc>
                <a:spcPct val="90000"/>
              </a:lnSpc>
              <a:spcBef>
                <a:spcPts val="800"/>
              </a:spcBef>
              <a:buClr>
                <a:schemeClr val="accent1">
                  <a:lumMod val="75000"/>
                </a:schemeClr>
              </a:buClr>
              <a:buSzPct val="100000"/>
              <a:buFont typeface="Arial" pitchFamily="34" charset="0"/>
              <a:buChar char="▪"/>
              <a:defRPr sz="1600" kern="1200">
                <a:solidFill>
                  <a:schemeClr val="tx1"/>
                </a:solidFill>
                <a:latin typeface="+mn-lt"/>
                <a:ea typeface="+mn-ea"/>
                <a:cs typeface="+mn-cs"/>
              </a:defRPr>
            </a:lvl3pPr>
            <a:lvl4pPr marL="914400" indent="-182880" algn="l" defTabSz="914400" rtl="0" eaLnBrk="1" latinLnBrk="0" hangingPunct="1">
              <a:lnSpc>
                <a:spcPct val="90000"/>
              </a:lnSpc>
              <a:spcBef>
                <a:spcPts val="8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4pPr>
            <a:lvl5pPr marL="1143000" indent="-179388"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5pPr>
            <a:lvl6pPr marL="1371600" indent="-182880"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6pPr>
            <a:lvl7pPr marL="1600200" indent="-179388"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7pPr>
            <a:lvl8pPr marL="1828800" indent="-182880"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8pPr>
            <a:lvl9pPr marL="1878012" indent="0" algn="l" defTabSz="914400" rtl="0" eaLnBrk="1" latinLnBrk="0" hangingPunct="1">
              <a:lnSpc>
                <a:spcPct val="90000"/>
              </a:lnSpc>
              <a:spcBef>
                <a:spcPts val="600"/>
              </a:spcBef>
              <a:buClr>
                <a:schemeClr val="accent1">
                  <a:lumMod val="75000"/>
                </a:schemeClr>
              </a:buClr>
              <a:buSzPct val="100000"/>
              <a:buFont typeface="Arial" pitchFamily="34" charset="0"/>
              <a:buNone/>
              <a:defRPr sz="1400" kern="1200">
                <a:solidFill>
                  <a:schemeClr val="tx1"/>
                </a:solidFill>
                <a:latin typeface="+mn-lt"/>
                <a:ea typeface="+mn-ea"/>
                <a:cs typeface="+mn-cs"/>
              </a:defRPr>
            </a:lvl9pPr>
          </a:lstStyle>
          <a:p>
            <a:pPr marL="0" indent="0" algn="ctr">
              <a:lnSpc>
                <a:spcPct val="100000"/>
              </a:lnSpc>
              <a:buNone/>
            </a:pPr>
            <a:r>
              <a:rPr lang="pt-BR" sz="1400" dirty="0"/>
              <a:t>Parameters: λ = {0.3, 0.5, 0.7, 0.9}, μ = 1, N = 50, MAXT = 20000, d = {1, 2, 5, 10}</a:t>
            </a:r>
          </a:p>
        </p:txBody>
      </p:sp>
    </p:spTree>
    <p:extLst>
      <p:ext uri="{BB962C8B-B14F-4D97-AF65-F5344CB8AC3E}">
        <p14:creationId xmlns:p14="http://schemas.microsoft.com/office/powerpoint/2010/main" val="24478627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893B51-4F00-07D5-10DC-BA4CC8F691DB}"/>
              </a:ext>
            </a:extLst>
          </p:cNvPr>
          <p:cNvSpPr txBox="1">
            <a:spLocks/>
          </p:cNvSpPr>
          <p:nvPr/>
        </p:nvSpPr>
        <p:spPr>
          <a:xfrm>
            <a:off x="514877" y="289039"/>
            <a:ext cx="11326762" cy="931656"/>
          </a:xfrm>
          <a:prstGeom prst="rect">
            <a:avLst/>
          </a:prstGeom>
        </p:spPr>
        <p:txBody>
          <a:bodyPr/>
          <a:lstStyle>
            <a:lvl1pPr algn="l" defTabSz="914400" rtl="0" eaLnBrk="1" latinLnBrk="0" hangingPunct="1">
              <a:lnSpc>
                <a:spcPct val="90000"/>
              </a:lnSpc>
              <a:spcBef>
                <a:spcPct val="0"/>
              </a:spcBef>
              <a:buNone/>
              <a:defRPr sz="3200" b="1" kern="1200">
                <a:solidFill>
                  <a:schemeClr val="accent1">
                    <a:lumMod val="75000"/>
                  </a:schemeClr>
                </a:solidFill>
                <a:latin typeface="+mj-lt"/>
                <a:ea typeface="+mj-ea"/>
                <a:cs typeface="+mj-cs"/>
              </a:defRPr>
            </a:lvl1pPr>
          </a:lstStyle>
          <a:p>
            <a:pPr>
              <a:lnSpc>
                <a:spcPct val="150000"/>
              </a:lnSpc>
            </a:pPr>
            <a:r>
              <a:rPr lang="en-US" sz="2900" dirty="0"/>
              <a:t>Average Time in System (W) – Effect of Overflow Policies</a:t>
            </a:r>
          </a:p>
          <a:p>
            <a:pPr>
              <a:lnSpc>
                <a:spcPct val="150000"/>
              </a:lnSpc>
            </a:pPr>
            <a:endParaRPr lang="fa-IR" dirty="0"/>
          </a:p>
        </p:txBody>
      </p:sp>
      <p:sp>
        <p:nvSpPr>
          <p:cNvPr id="5" name="Content Placeholder 2">
            <a:extLst>
              <a:ext uri="{FF2B5EF4-FFF2-40B4-BE49-F238E27FC236}">
                <a16:creationId xmlns:a16="http://schemas.microsoft.com/office/drawing/2014/main" id="{8531D9FF-2931-4D1A-F35B-EA4DF8E1E8E7}"/>
              </a:ext>
            </a:extLst>
          </p:cNvPr>
          <p:cNvSpPr txBox="1">
            <a:spLocks/>
          </p:cNvSpPr>
          <p:nvPr/>
        </p:nvSpPr>
        <p:spPr>
          <a:xfrm>
            <a:off x="1004690" y="1916328"/>
            <a:ext cx="10182620" cy="4159045"/>
          </a:xfrm>
          <a:prstGeom prst="rect">
            <a:avLst/>
          </a:prstGeom>
        </p:spPr>
        <p:txBody>
          <a:bodyPr>
            <a:noAutofit/>
          </a:bodyPr>
          <a:lstStyle>
            <a:lvl1pPr marL="228600" indent="-228600" algn="l" defTabSz="914400" rtl="0" eaLnBrk="1" latinLnBrk="0" hangingPunct="1">
              <a:lnSpc>
                <a:spcPct val="90000"/>
              </a:lnSpc>
              <a:spcBef>
                <a:spcPts val="1800"/>
              </a:spcBef>
              <a:buClr>
                <a:schemeClr val="accent1">
                  <a:lumMod val="75000"/>
                </a:schemeClr>
              </a:buClr>
              <a:buSzPct val="100000"/>
              <a:buFont typeface="Arial" pitchFamily="34" charset="0"/>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1200"/>
              </a:spcBef>
              <a:buClr>
                <a:schemeClr val="accent1">
                  <a:lumMod val="75000"/>
                </a:schemeClr>
              </a:buClr>
              <a:buSzPct val="100000"/>
              <a:buFont typeface="Arial" pitchFamily="34" charset="0"/>
              <a:buChar char="▪"/>
              <a:defRPr sz="1800" kern="1200">
                <a:solidFill>
                  <a:schemeClr val="tx1"/>
                </a:solidFill>
                <a:latin typeface="+mn-lt"/>
                <a:ea typeface="+mn-ea"/>
                <a:cs typeface="+mn-cs"/>
              </a:defRPr>
            </a:lvl2pPr>
            <a:lvl3pPr marL="685800" indent="-179388" algn="l" defTabSz="914400" rtl="0" eaLnBrk="1" latinLnBrk="0" hangingPunct="1">
              <a:lnSpc>
                <a:spcPct val="90000"/>
              </a:lnSpc>
              <a:spcBef>
                <a:spcPts val="800"/>
              </a:spcBef>
              <a:buClr>
                <a:schemeClr val="accent1">
                  <a:lumMod val="75000"/>
                </a:schemeClr>
              </a:buClr>
              <a:buSzPct val="100000"/>
              <a:buFont typeface="Arial" pitchFamily="34" charset="0"/>
              <a:buChar char="▪"/>
              <a:defRPr sz="1600" kern="1200">
                <a:solidFill>
                  <a:schemeClr val="tx1"/>
                </a:solidFill>
                <a:latin typeface="+mn-lt"/>
                <a:ea typeface="+mn-ea"/>
                <a:cs typeface="+mn-cs"/>
              </a:defRPr>
            </a:lvl3pPr>
            <a:lvl4pPr marL="914400" indent="-182880" algn="l" defTabSz="914400" rtl="0" eaLnBrk="1" latinLnBrk="0" hangingPunct="1">
              <a:lnSpc>
                <a:spcPct val="90000"/>
              </a:lnSpc>
              <a:spcBef>
                <a:spcPts val="8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4pPr>
            <a:lvl5pPr marL="1143000" indent="-179388"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5pPr>
            <a:lvl6pPr marL="1371600" indent="-182880"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6pPr>
            <a:lvl7pPr marL="1600200" indent="-179388"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7pPr>
            <a:lvl8pPr marL="1828800" indent="-182880"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8pPr>
            <a:lvl9pPr marL="1878012" indent="0" algn="l" defTabSz="914400" rtl="0" eaLnBrk="1" latinLnBrk="0" hangingPunct="1">
              <a:lnSpc>
                <a:spcPct val="90000"/>
              </a:lnSpc>
              <a:spcBef>
                <a:spcPts val="600"/>
              </a:spcBef>
              <a:buClr>
                <a:schemeClr val="accent1">
                  <a:lumMod val="75000"/>
                </a:schemeClr>
              </a:buClr>
              <a:buSzPct val="100000"/>
              <a:buFont typeface="Arial" pitchFamily="34" charset="0"/>
              <a:buNone/>
              <a:defRPr sz="1400" kern="1200">
                <a:solidFill>
                  <a:schemeClr val="tx1"/>
                </a:solidFill>
                <a:latin typeface="+mn-lt"/>
                <a:ea typeface="+mn-ea"/>
                <a:cs typeface="+mn-cs"/>
              </a:defRPr>
            </a:lvl9pPr>
          </a:lstStyle>
          <a:p>
            <a:pPr marL="0" indent="0" algn="just">
              <a:lnSpc>
                <a:spcPct val="150000"/>
              </a:lnSpc>
              <a:buNone/>
            </a:pPr>
            <a:r>
              <a:rPr lang="en-US" sz="1400" dirty="0"/>
              <a:t>Following peer review feedback, we extended the evaluation by analyzing the average time spent in the system (W), including the impact of different overflow policies.</a:t>
            </a:r>
          </a:p>
          <a:p>
            <a:pPr marL="0" indent="0" algn="just">
              <a:lnSpc>
                <a:spcPct val="150000"/>
              </a:lnSpc>
              <a:buNone/>
            </a:pPr>
            <a:endParaRPr lang="en-US" sz="1400" dirty="0"/>
          </a:p>
          <a:p>
            <a:pPr algn="just">
              <a:lnSpc>
                <a:spcPct val="150000"/>
              </a:lnSpc>
              <a:buFont typeface="Arial" panose="020B0604020202020204" pitchFamily="34" charset="0"/>
              <a:buChar char="•"/>
            </a:pPr>
            <a:r>
              <a:rPr lang="en-US" sz="1400" dirty="0"/>
              <a:t>Increasing d significantly reduces the average time spent in the system (W) in all configurations.</a:t>
            </a:r>
          </a:p>
          <a:p>
            <a:pPr algn="just">
              <a:lnSpc>
                <a:spcPct val="150000"/>
              </a:lnSpc>
              <a:buFont typeface="Arial" panose="020B0604020202020204" pitchFamily="34" charset="0"/>
              <a:buChar char="•"/>
            </a:pPr>
            <a:r>
              <a:rPr lang="en-US" sz="1400" dirty="0"/>
              <a:t>The drop policy achieves the lowest W by discarding jobs when queues are full, at the cost of increased job loss.</a:t>
            </a:r>
          </a:p>
          <a:p>
            <a:pPr algn="just">
              <a:lnSpc>
                <a:spcPct val="150000"/>
              </a:lnSpc>
              <a:buFont typeface="Arial" panose="020B0604020202020204" pitchFamily="34" charset="0"/>
              <a:buChar char="•"/>
            </a:pPr>
            <a:r>
              <a:rPr lang="en-US" sz="1400" dirty="0"/>
              <a:t>The retry policy (Max</a:t>
            </a:r>
            <a:r>
              <a:rPr lang="fa-IR" sz="1400" dirty="0"/>
              <a:t> </a:t>
            </a:r>
            <a:r>
              <a:rPr lang="en-US" sz="1400" dirty="0"/>
              <a:t>Retries = 3) introduces additional load but provides a good trade-off between latency and reliability, drastically reducing the drop rate with a moderate increase in W.</a:t>
            </a:r>
            <a:endParaRPr lang="fa-IR" sz="1400" dirty="0"/>
          </a:p>
          <a:p>
            <a:pPr algn="just">
              <a:lnSpc>
                <a:spcPct val="150000"/>
              </a:lnSpc>
              <a:buFont typeface="Arial" panose="020B0604020202020204" pitchFamily="34" charset="0"/>
              <a:buChar char="•"/>
            </a:pPr>
            <a:endParaRPr lang="fa-IR" sz="1400" dirty="0"/>
          </a:p>
          <a:p>
            <a:pPr algn="just">
              <a:lnSpc>
                <a:spcPct val="150000"/>
              </a:lnSpc>
              <a:buFont typeface="Arial" panose="020B0604020202020204" pitchFamily="34" charset="0"/>
              <a:buChar char="•"/>
            </a:pPr>
            <a:endParaRPr lang="fa-IR" sz="1400" dirty="0"/>
          </a:p>
        </p:txBody>
      </p:sp>
      <p:sp>
        <p:nvSpPr>
          <p:cNvPr id="6" name="Content Placeholder 2">
            <a:extLst>
              <a:ext uri="{FF2B5EF4-FFF2-40B4-BE49-F238E27FC236}">
                <a16:creationId xmlns:a16="http://schemas.microsoft.com/office/drawing/2014/main" id="{5690EC64-4B02-4484-5084-CF5099DD1F19}"/>
              </a:ext>
            </a:extLst>
          </p:cNvPr>
          <p:cNvSpPr txBox="1">
            <a:spLocks/>
          </p:cNvSpPr>
          <p:nvPr/>
        </p:nvSpPr>
        <p:spPr>
          <a:xfrm>
            <a:off x="5553909" y="2534265"/>
            <a:ext cx="6833419" cy="4414683"/>
          </a:xfrm>
          <a:prstGeom prst="rect">
            <a:avLst/>
          </a:prstGeom>
        </p:spPr>
        <p:txBody>
          <a:bodyPr>
            <a:noAutofit/>
          </a:bodyPr>
          <a:lstStyle>
            <a:lvl1pPr marL="228600" indent="-228600" algn="l" defTabSz="914400" rtl="0" eaLnBrk="1" latinLnBrk="0" hangingPunct="1">
              <a:lnSpc>
                <a:spcPct val="90000"/>
              </a:lnSpc>
              <a:spcBef>
                <a:spcPts val="1800"/>
              </a:spcBef>
              <a:buClr>
                <a:schemeClr val="accent1">
                  <a:lumMod val="75000"/>
                </a:schemeClr>
              </a:buClr>
              <a:buSzPct val="100000"/>
              <a:buFont typeface="Arial" pitchFamily="34" charset="0"/>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1200"/>
              </a:spcBef>
              <a:buClr>
                <a:schemeClr val="accent1">
                  <a:lumMod val="75000"/>
                </a:schemeClr>
              </a:buClr>
              <a:buSzPct val="100000"/>
              <a:buFont typeface="Arial" pitchFamily="34" charset="0"/>
              <a:buChar char="▪"/>
              <a:defRPr sz="1800" kern="1200">
                <a:solidFill>
                  <a:schemeClr val="tx1"/>
                </a:solidFill>
                <a:latin typeface="+mn-lt"/>
                <a:ea typeface="+mn-ea"/>
                <a:cs typeface="+mn-cs"/>
              </a:defRPr>
            </a:lvl2pPr>
            <a:lvl3pPr marL="685800" indent="-179388" algn="l" defTabSz="914400" rtl="0" eaLnBrk="1" latinLnBrk="0" hangingPunct="1">
              <a:lnSpc>
                <a:spcPct val="90000"/>
              </a:lnSpc>
              <a:spcBef>
                <a:spcPts val="800"/>
              </a:spcBef>
              <a:buClr>
                <a:schemeClr val="accent1">
                  <a:lumMod val="75000"/>
                </a:schemeClr>
              </a:buClr>
              <a:buSzPct val="100000"/>
              <a:buFont typeface="Arial" pitchFamily="34" charset="0"/>
              <a:buChar char="▪"/>
              <a:defRPr sz="1600" kern="1200">
                <a:solidFill>
                  <a:schemeClr val="tx1"/>
                </a:solidFill>
                <a:latin typeface="+mn-lt"/>
                <a:ea typeface="+mn-ea"/>
                <a:cs typeface="+mn-cs"/>
              </a:defRPr>
            </a:lvl3pPr>
            <a:lvl4pPr marL="914400" indent="-182880" algn="l" defTabSz="914400" rtl="0" eaLnBrk="1" latinLnBrk="0" hangingPunct="1">
              <a:lnSpc>
                <a:spcPct val="90000"/>
              </a:lnSpc>
              <a:spcBef>
                <a:spcPts val="8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4pPr>
            <a:lvl5pPr marL="1143000" indent="-179388"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5pPr>
            <a:lvl6pPr marL="1371600" indent="-182880"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6pPr>
            <a:lvl7pPr marL="1600200" indent="-179388"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7pPr>
            <a:lvl8pPr marL="1828800" indent="-182880"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8pPr>
            <a:lvl9pPr marL="1878012" indent="0" algn="l" defTabSz="914400" rtl="0" eaLnBrk="1" latinLnBrk="0" hangingPunct="1">
              <a:lnSpc>
                <a:spcPct val="90000"/>
              </a:lnSpc>
              <a:spcBef>
                <a:spcPts val="600"/>
              </a:spcBef>
              <a:buClr>
                <a:schemeClr val="accent1">
                  <a:lumMod val="75000"/>
                </a:schemeClr>
              </a:buClr>
              <a:buSzPct val="100000"/>
              <a:buFont typeface="Arial" pitchFamily="34" charset="0"/>
              <a:buNone/>
              <a:defRPr sz="1400" kern="1200">
                <a:solidFill>
                  <a:schemeClr val="tx1"/>
                </a:solidFill>
                <a:latin typeface="+mn-lt"/>
                <a:ea typeface="+mn-ea"/>
                <a:cs typeface="+mn-cs"/>
              </a:defRPr>
            </a:lvl9pPr>
          </a:lstStyle>
          <a:p>
            <a:pPr algn="just">
              <a:lnSpc>
                <a:spcPct val="150000"/>
              </a:lnSpc>
              <a:buFont typeface="Arial" panose="020B0604020202020204" pitchFamily="34" charset="0"/>
              <a:buChar char="•"/>
            </a:pPr>
            <a:endParaRPr lang="en-US" sz="1400" dirty="0"/>
          </a:p>
        </p:txBody>
      </p:sp>
      <p:sp>
        <p:nvSpPr>
          <p:cNvPr id="7" name="Content Placeholder 2">
            <a:extLst>
              <a:ext uri="{FF2B5EF4-FFF2-40B4-BE49-F238E27FC236}">
                <a16:creationId xmlns:a16="http://schemas.microsoft.com/office/drawing/2014/main" id="{683B1BC7-5676-FC64-B6D6-1D8379EB637B}"/>
              </a:ext>
            </a:extLst>
          </p:cNvPr>
          <p:cNvSpPr txBox="1">
            <a:spLocks/>
          </p:cNvSpPr>
          <p:nvPr/>
        </p:nvSpPr>
        <p:spPr>
          <a:xfrm>
            <a:off x="604026" y="1377770"/>
            <a:ext cx="9899766" cy="999420"/>
          </a:xfrm>
          <a:prstGeom prst="rect">
            <a:avLst/>
          </a:prstGeom>
        </p:spPr>
        <p:txBody>
          <a:bodyPr>
            <a:noAutofit/>
          </a:bodyPr>
          <a:lstStyle>
            <a:lvl1pPr marL="228600" indent="-228600" algn="l" defTabSz="914400" rtl="0" eaLnBrk="1" latinLnBrk="0" hangingPunct="1">
              <a:lnSpc>
                <a:spcPct val="90000"/>
              </a:lnSpc>
              <a:spcBef>
                <a:spcPts val="1800"/>
              </a:spcBef>
              <a:buClr>
                <a:schemeClr val="accent1">
                  <a:lumMod val="75000"/>
                </a:schemeClr>
              </a:buClr>
              <a:buSzPct val="100000"/>
              <a:buFont typeface="Arial" pitchFamily="34" charset="0"/>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1200"/>
              </a:spcBef>
              <a:buClr>
                <a:schemeClr val="accent1">
                  <a:lumMod val="75000"/>
                </a:schemeClr>
              </a:buClr>
              <a:buSzPct val="100000"/>
              <a:buFont typeface="Arial" pitchFamily="34" charset="0"/>
              <a:buChar char="▪"/>
              <a:defRPr sz="1800" kern="1200">
                <a:solidFill>
                  <a:schemeClr val="tx1"/>
                </a:solidFill>
                <a:latin typeface="+mn-lt"/>
                <a:ea typeface="+mn-ea"/>
                <a:cs typeface="+mn-cs"/>
              </a:defRPr>
            </a:lvl2pPr>
            <a:lvl3pPr marL="685800" indent="-179388" algn="l" defTabSz="914400" rtl="0" eaLnBrk="1" latinLnBrk="0" hangingPunct="1">
              <a:lnSpc>
                <a:spcPct val="90000"/>
              </a:lnSpc>
              <a:spcBef>
                <a:spcPts val="800"/>
              </a:spcBef>
              <a:buClr>
                <a:schemeClr val="accent1">
                  <a:lumMod val="75000"/>
                </a:schemeClr>
              </a:buClr>
              <a:buSzPct val="100000"/>
              <a:buFont typeface="Arial" pitchFamily="34" charset="0"/>
              <a:buChar char="▪"/>
              <a:defRPr sz="1600" kern="1200">
                <a:solidFill>
                  <a:schemeClr val="tx1"/>
                </a:solidFill>
                <a:latin typeface="+mn-lt"/>
                <a:ea typeface="+mn-ea"/>
                <a:cs typeface="+mn-cs"/>
              </a:defRPr>
            </a:lvl3pPr>
            <a:lvl4pPr marL="914400" indent="-182880" algn="l" defTabSz="914400" rtl="0" eaLnBrk="1" latinLnBrk="0" hangingPunct="1">
              <a:lnSpc>
                <a:spcPct val="90000"/>
              </a:lnSpc>
              <a:spcBef>
                <a:spcPts val="8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4pPr>
            <a:lvl5pPr marL="1143000" indent="-179388"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5pPr>
            <a:lvl6pPr marL="1371600" indent="-182880"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6pPr>
            <a:lvl7pPr marL="1600200" indent="-179388"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7pPr>
            <a:lvl8pPr marL="1828800" indent="-182880"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8pPr>
            <a:lvl9pPr marL="1878012" indent="0" algn="l" defTabSz="914400" rtl="0" eaLnBrk="1" latinLnBrk="0" hangingPunct="1">
              <a:lnSpc>
                <a:spcPct val="90000"/>
              </a:lnSpc>
              <a:spcBef>
                <a:spcPts val="600"/>
              </a:spcBef>
              <a:buClr>
                <a:schemeClr val="accent1">
                  <a:lumMod val="75000"/>
                </a:schemeClr>
              </a:buClr>
              <a:buSzPct val="100000"/>
              <a:buFont typeface="Arial" pitchFamily="34" charset="0"/>
              <a:buNone/>
              <a:defRPr sz="1400" kern="1200">
                <a:solidFill>
                  <a:schemeClr val="tx1"/>
                </a:solidFill>
                <a:latin typeface="+mn-lt"/>
                <a:ea typeface="+mn-ea"/>
                <a:cs typeface="+mn-cs"/>
              </a:defRPr>
            </a:lvl9pPr>
          </a:lstStyle>
          <a:p>
            <a:pPr marL="0" indent="0" algn="just">
              <a:lnSpc>
                <a:spcPct val="150000"/>
              </a:lnSpc>
              <a:buNone/>
            </a:pPr>
            <a:endParaRPr lang="en-US" sz="1400" dirty="0"/>
          </a:p>
        </p:txBody>
      </p:sp>
    </p:spTree>
    <p:extLst>
      <p:ext uri="{BB962C8B-B14F-4D97-AF65-F5344CB8AC3E}">
        <p14:creationId xmlns:p14="http://schemas.microsoft.com/office/powerpoint/2010/main" val="8539388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D1E796-97AF-FE5F-34A7-B1C74FD64868}"/>
              </a:ext>
            </a:extLst>
          </p:cNvPr>
          <p:cNvSpPr txBox="1">
            <a:spLocks/>
          </p:cNvSpPr>
          <p:nvPr/>
        </p:nvSpPr>
        <p:spPr>
          <a:xfrm>
            <a:off x="589935" y="385867"/>
            <a:ext cx="9601200" cy="931656"/>
          </a:xfrm>
          <a:prstGeom prst="rect">
            <a:avLst/>
          </a:prstGeom>
        </p:spPr>
        <p:txBody>
          <a:bodyPr/>
          <a:lstStyle>
            <a:lvl1pPr algn="l" defTabSz="914400" rtl="0" eaLnBrk="1" latinLnBrk="0" hangingPunct="1">
              <a:lnSpc>
                <a:spcPct val="90000"/>
              </a:lnSpc>
              <a:spcBef>
                <a:spcPct val="0"/>
              </a:spcBef>
              <a:buNone/>
              <a:defRPr sz="3200" b="1" kern="1200">
                <a:solidFill>
                  <a:schemeClr val="accent1">
                    <a:lumMod val="75000"/>
                  </a:schemeClr>
                </a:solidFill>
                <a:latin typeface="+mj-lt"/>
                <a:ea typeface="+mj-ea"/>
                <a:cs typeface="+mj-cs"/>
              </a:defRPr>
            </a:lvl1pPr>
          </a:lstStyle>
          <a:p>
            <a:r>
              <a:rPr lang="en-US" dirty="0"/>
              <a:t>Effect of the Extension </a:t>
            </a:r>
            <a:endParaRPr lang="fa-IR" dirty="0"/>
          </a:p>
        </p:txBody>
      </p:sp>
      <p:sp>
        <p:nvSpPr>
          <p:cNvPr id="3" name="Content Placeholder 2">
            <a:extLst>
              <a:ext uri="{FF2B5EF4-FFF2-40B4-BE49-F238E27FC236}">
                <a16:creationId xmlns:a16="http://schemas.microsoft.com/office/drawing/2014/main" id="{B1B8C4E8-45F5-AFB0-5F5E-9055B8F5927A}"/>
              </a:ext>
            </a:extLst>
          </p:cNvPr>
          <p:cNvSpPr txBox="1">
            <a:spLocks/>
          </p:cNvSpPr>
          <p:nvPr/>
        </p:nvSpPr>
        <p:spPr>
          <a:xfrm>
            <a:off x="589935" y="1221658"/>
            <a:ext cx="6833419" cy="4414683"/>
          </a:xfrm>
          <a:prstGeom prst="rect">
            <a:avLst/>
          </a:prstGeom>
        </p:spPr>
        <p:txBody>
          <a:bodyPr>
            <a:noAutofit/>
          </a:bodyPr>
          <a:lstStyle>
            <a:lvl1pPr marL="228600" indent="-228600" algn="l" defTabSz="914400" rtl="0" eaLnBrk="1" latinLnBrk="0" hangingPunct="1">
              <a:lnSpc>
                <a:spcPct val="90000"/>
              </a:lnSpc>
              <a:spcBef>
                <a:spcPts val="1800"/>
              </a:spcBef>
              <a:buClr>
                <a:schemeClr val="accent1">
                  <a:lumMod val="75000"/>
                </a:schemeClr>
              </a:buClr>
              <a:buSzPct val="100000"/>
              <a:buFont typeface="Arial" pitchFamily="34" charset="0"/>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1200"/>
              </a:spcBef>
              <a:buClr>
                <a:schemeClr val="accent1">
                  <a:lumMod val="75000"/>
                </a:schemeClr>
              </a:buClr>
              <a:buSzPct val="100000"/>
              <a:buFont typeface="Arial" pitchFamily="34" charset="0"/>
              <a:buChar char="▪"/>
              <a:defRPr sz="1800" kern="1200">
                <a:solidFill>
                  <a:schemeClr val="tx1"/>
                </a:solidFill>
                <a:latin typeface="+mn-lt"/>
                <a:ea typeface="+mn-ea"/>
                <a:cs typeface="+mn-cs"/>
              </a:defRPr>
            </a:lvl2pPr>
            <a:lvl3pPr marL="685800" indent="-179388" algn="l" defTabSz="914400" rtl="0" eaLnBrk="1" latinLnBrk="0" hangingPunct="1">
              <a:lnSpc>
                <a:spcPct val="90000"/>
              </a:lnSpc>
              <a:spcBef>
                <a:spcPts val="800"/>
              </a:spcBef>
              <a:buClr>
                <a:schemeClr val="accent1">
                  <a:lumMod val="75000"/>
                </a:schemeClr>
              </a:buClr>
              <a:buSzPct val="100000"/>
              <a:buFont typeface="Arial" pitchFamily="34" charset="0"/>
              <a:buChar char="▪"/>
              <a:defRPr sz="1600" kern="1200">
                <a:solidFill>
                  <a:schemeClr val="tx1"/>
                </a:solidFill>
                <a:latin typeface="+mn-lt"/>
                <a:ea typeface="+mn-ea"/>
                <a:cs typeface="+mn-cs"/>
              </a:defRPr>
            </a:lvl3pPr>
            <a:lvl4pPr marL="914400" indent="-182880" algn="l" defTabSz="914400" rtl="0" eaLnBrk="1" latinLnBrk="0" hangingPunct="1">
              <a:lnSpc>
                <a:spcPct val="90000"/>
              </a:lnSpc>
              <a:spcBef>
                <a:spcPts val="8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4pPr>
            <a:lvl5pPr marL="1143000" indent="-179388"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5pPr>
            <a:lvl6pPr marL="1371600" indent="-182880"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6pPr>
            <a:lvl7pPr marL="1600200" indent="-179388"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7pPr>
            <a:lvl8pPr marL="1828800" indent="-182880"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8pPr>
            <a:lvl9pPr marL="1878012" indent="0" algn="l" defTabSz="914400" rtl="0" eaLnBrk="1" latinLnBrk="0" hangingPunct="1">
              <a:lnSpc>
                <a:spcPct val="90000"/>
              </a:lnSpc>
              <a:spcBef>
                <a:spcPts val="600"/>
              </a:spcBef>
              <a:buClr>
                <a:schemeClr val="accent1">
                  <a:lumMod val="75000"/>
                </a:schemeClr>
              </a:buClr>
              <a:buSzPct val="100000"/>
              <a:buFont typeface="Arial" pitchFamily="34" charset="0"/>
              <a:buNone/>
              <a:defRPr sz="1400" kern="1200">
                <a:solidFill>
                  <a:schemeClr val="tx1"/>
                </a:solidFill>
                <a:latin typeface="+mn-lt"/>
                <a:ea typeface="+mn-ea"/>
                <a:cs typeface="+mn-cs"/>
              </a:defRPr>
            </a:lvl9pPr>
          </a:lstStyle>
          <a:p>
            <a:pPr algn="just">
              <a:lnSpc>
                <a:spcPct val="150000"/>
              </a:lnSpc>
              <a:buFont typeface="Arial" panose="020B0604020202020204" pitchFamily="34" charset="0"/>
              <a:buChar char="•"/>
            </a:pPr>
            <a:r>
              <a:rPr lang="en-US" sz="1400" dirty="0"/>
              <a:t>Introducing a finite queue capacity makes queues fill up faster, deviating from the idealized theoretical model but reflecting real systems.</a:t>
            </a:r>
          </a:p>
          <a:p>
            <a:pPr algn="just">
              <a:lnSpc>
                <a:spcPct val="150000"/>
              </a:lnSpc>
              <a:buFont typeface="Arial" panose="020B0604020202020204" pitchFamily="34" charset="0"/>
              <a:buChar char="•"/>
            </a:pPr>
            <a:endParaRPr lang="en-US" sz="1400" dirty="0"/>
          </a:p>
          <a:p>
            <a:pPr algn="just">
              <a:lnSpc>
                <a:spcPct val="150000"/>
              </a:lnSpc>
              <a:buFont typeface="Arial" panose="020B0604020202020204" pitchFamily="34" charset="0"/>
              <a:buChar char="•"/>
            </a:pPr>
            <a:r>
              <a:rPr lang="en-US" sz="1400" dirty="0"/>
              <a:t>Even with limited queue capacity, the supermarket method has a strong impact: queue lengths are significantly reduced already for d = 2.</a:t>
            </a:r>
          </a:p>
          <a:p>
            <a:pPr algn="just">
              <a:lnSpc>
                <a:spcPct val="150000"/>
              </a:lnSpc>
              <a:buFont typeface="Arial" panose="020B0604020202020204" pitchFamily="34" charset="0"/>
              <a:buChar char="•"/>
            </a:pPr>
            <a:endParaRPr lang="en-US" sz="1400" dirty="0"/>
          </a:p>
          <a:p>
            <a:pPr algn="just">
              <a:lnSpc>
                <a:spcPct val="150000"/>
              </a:lnSpc>
              <a:buFont typeface="Arial" panose="020B0604020202020204" pitchFamily="34" charset="0"/>
              <a:buChar char="•"/>
            </a:pPr>
            <a:r>
              <a:rPr lang="en-US" sz="1400" dirty="0"/>
              <a:t>Adding a retry mechanism increases the load on the system, but drastically reduces the job drop rate.</a:t>
            </a:r>
          </a:p>
          <a:p>
            <a:pPr algn="just">
              <a:lnSpc>
                <a:spcPct val="150000"/>
              </a:lnSpc>
              <a:buFont typeface="Arial" panose="020B0604020202020204" pitchFamily="34" charset="0"/>
              <a:buChar char="•"/>
            </a:pPr>
            <a:endParaRPr lang="en-US" sz="1400" dirty="0"/>
          </a:p>
          <a:p>
            <a:pPr algn="just">
              <a:lnSpc>
                <a:spcPct val="150000"/>
              </a:lnSpc>
              <a:buFont typeface="Arial" panose="020B0604020202020204" pitchFamily="34" charset="0"/>
              <a:buChar char="•"/>
            </a:pPr>
            <a:r>
              <a:rPr lang="en-US" sz="1400" dirty="0"/>
              <a:t>Overall, combining finite queue capacity and retry with the supermarket model results in a realistic system with very good performance under high load.</a:t>
            </a:r>
          </a:p>
        </p:txBody>
      </p:sp>
    </p:spTree>
    <p:extLst>
      <p:ext uri="{BB962C8B-B14F-4D97-AF65-F5344CB8AC3E}">
        <p14:creationId xmlns:p14="http://schemas.microsoft.com/office/powerpoint/2010/main" val="27983834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0AD2AF-C1A1-46BD-B5CB-CE9E0E3DEAC3}"/>
              </a:ext>
            </a:extLst>
          </p:cNvPr>
          <p:cNvSpPr txBox="1">
            <a:spLocks/>
          </p:cNvSpPr>
          <p:nvPr/>
        </p:nvSpPr>
        <p:spPr>
          <a:xfrm>
            <a:off x="589935" y="385867"/>
            <a:ext cx="9601200" cy="931656"/>
          </a:xfrm>
          <a:prstGeom prst="rect">
            <a:avLst/>
          </a:prstGeom>
        </p:spPr>
        <p:txBody>
          <a:bodyPr/>
          <a:lstStyle>
            <a:lvl1pPr algn="l" defTabSz="914400" rtl="0" eaLnBrk="1" latinLnBrk="0" hangingPunct="1">
              <a:lnSpc>
                <a:spcPct val="90000"/>
              </a:lnSpc>
              <a:spcBef>
                <a:spcPct val="0"/>
              </a:spcBef>
              <a:buNone/>
              <a:defRPr sz="3200" b="1" kern="1200">
                <a:solidFill>
                  <a:schemeClr val="accent1">
                    <a:lumMod val="75000"/>
                  </a:schemeClr>
                </a:solidFill>
                <a:latin typeface="+mj-lt"/>
                <a:ea typeface="+mj-ea"/>
                <a:cs typeface="+mj-cs"/>
              </a:defRPr>
            </a:lvl1pPr>
          </a:lstStyle>
          <a:p>
            <a:r>
              <a:rPr lang="en-US" dirty="0"/>
              <a:t>Use of External Resources </a:t>
            </a:r>
            <a:endParaRPr lang="fa-IR" dirty="0"/>
          </a:p>
        </p:txBody>
      </p:sp>
      <p:sp>
        <p:nvSpPr>
          <p:cNvPr id="3" name="Content Placeholder 2">
            <a:extLst>
              <a:ext uri="{FF2B5EF4-FFF2-40B4-BE49-F238E27FC236}">
                <a16:creationId xmlns:a16="http://schemas.microsoft.com/office/drawing/2014/main" id="{7E2D68DB-C6EC-511A-43E7-470B4E6F46A0}"/>
              </a:ext>
            </a:extLst>
          </p:cNvPr>
          <p:cNvSpPr txBox="1">
            <a:spLocks/>
          </p:cNvSpPr>
          <p:nvPr/>
        </p:nvSpPr>
        <p:spPr>
          <a:xfrm>
            <a:off x="589935" y="1634613"/>
            <a:ext cx="11012130" cy="4414683"/>
          </a:xfrm>
          <a:prstGeom prst="rect">
            <a:avLst/>
          </a:prstGeom>
        </p:spPr>
        <p:txBody>
          <a:bodyPr>
            <a:noAutofit/>
          </a:bodyPr>
          <a:lstStyle>
            <a:lvl1pPr marL="228600" indent="-228600" algn="l" defTabSz="914400" rtl="0" eaLnBrk="1" latinLnBrk="0" hangingPunct="1">
              <a:lnSpc>
                <a:spcPct val="90000"/>
              </a:lnSpc>
              <a:spcBef>
                <a:spcPts val="1800"/>
              </a:spcBef>
              <a:buClr>
                <a:schemeClr val="accent1">
                  <a:lumMod val="75000"/>
                </a:schemeClr>
              </a:buClr>
              <a:buSzPct val="100000"/>
              <a:buFont typeface="Arial" pitchFamily="34" charset="0"/>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1200"/>
              </a:spcBef>
              <a:buClr>
                <a:schemeClr val="accent1">
                  <a:lumMod val="75000"/>
                </a:schemeClr>
              </a:buClr>
              <a:buSzPct val="100000"/>
              <a:buFont typeface="Arial" pitchFamily="34" charset="0"/>
              <a:buChar char="▪"/>
              <a:defRPr sz="1800" kern="1200">
                <a:solidFill>
                  <a:schemeClr val="tx1"/>
                </a:solidFill>
                <a:latin typeface="+mn-lt"/>
                <a:ea typeface="+mn-ea"/>
                <a:cs typeface="+mn-cs"/>
              </a:defRPr>
            </a:lvl2pPr>
            <a:lvl3pPr marL="685800" indent="-179388" algn="l" defTabSz="914400" rtl="0" eaLnBrk="1" latinLnBrk="0" hangingPunct="1">
              <a:lnSpc>
                <a:spcPct val="90000"/>
              </a:lnSpc>
              <a:spcBef>
                <a:spcPts val="800"/>
              </a:spcBef>
              <a:buClr>
                <a:schemeClr val="accent1">
                  <a:lumMod val="75000"/>
                </a:schemeClr>
              </a:buClr>
              <a:buSzPct val="100000"/>
              <a:buFont typeface="Arial" pitchFamily="34" charset="0"/>
              <a:buChar char="▪"/>
              <a:defRPr sz="1600" kern="1200">
                <a:solidFill>
                  <a:schemeClr val="tx1"/>
                </a:solidFill>
                <a:latin typeface="+mn-lt"/>
                <a:ea typeface="+mn-ea"/>
                <a:cs typeface="+mn-cs"/>
              </a:defRPr>
            </a:lvl3pPr>
            <a:lvl4pPr marL="914400" indent="-182880" algn="l" defTabSz="914400" rtl="0" eaLnBrk="1" latinLnBrk="0" hangingPunct="1">
              <a:lnSpc>
                <a:spcPct val="90000"/>
              </a:lnSpc>
              <a:spcBef>
                <a:spcPts val="8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4pPr>
            <a:lvl5pPr marL="1143000" indent="-179388"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5pPr>
            <a:lvl6pPr marL="1371600" indent="-182880"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6pPr>
            <a:lvl7pPr marL="1600200" indent="-179388"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7pPr>
            <a:lvl8pPr marL="1828800" indent="-182880"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8pPr>
            <a:lvl9pPr marL="1878012" indent="0" algn="l" defTabSz="914400" rtl="0" eaLnBrk="1" latinLnBrk="0" hangingPunct="1">
              <a:lnSpc>
                <a:spcPct val="90000"/>
              </a:lnSpc>
              <a:spcBef>
                <a:spcPts val="600"/>
              </a:spcBef>
              <a:buClr>
                <a:schemeClr val="accent1">
                  <a:lumMod val="75000"/>
                </a:schemeClr>
              </a:buClr>
              <a:buSzPct val="100000"/>
              <a:buFont typeface="Arial" pitchFamily="34" charset="0"/>
              <a:buNone/>
              <a:defRPr sz="1400" kern="1200">
                <a:solidFill>
                  <a:schemeClr val="tx1"/>
                </a:solidFill>
                <a:latin typeface="+mn-lt"/>
                <a:ea typeface="+mn-ea"/>
                <a:cs typeface="+mn-cs"/>
              </a:defRPr>
            </a:lvl9pPr>
          </a:lstStyle>
          <a:p>
            <a:pPr algn="just">
              <a:lnSpc>
                <a:spcPct val="150000"/>
              </a:lnSpc>
              <a:buFont typeface="Wingdings" panose="05000000000000000000" pitchFamily="2" charset="2"/>
              <a:buChar char="§"/>
            </a:pPr>
            <a:r>
              <a:rPr lang="en-US" sz="1400" dirty="0"/>
              <a:t>This assignment was completed individually.</a:t>
            </a:r>
          </a:p>
          <a:p>
            <a:pPr algn="just">
              <a:lnSpc>
                <a:spcPct val="150000"/>
              </a:lnSpc>
              <a:buFont typeface="Wingdings" panose="05000000000000000000" pitchFamily="2" charset="2"/>
              <a:buChar char="§"/>
            </a:pPr>
            <a:r>
              <a:rPr lang="en-US" sz="1400" dirty="0"/>
              <a:t>Large language models (ChatGPT) were extensively used as a support and learning tool, both to understand how the provided.</a:t>
            </a:r>
          </a:p>
          <a:p>
            <a:pPr algn="just">
              <a:lnSpc>
                <a:spcPct val="150000"/>
              </a:lnSpc>
              <a:buFont typeface="Wingdings" panose="05000000000000000000" pitchFamily="2" charset="2"/>
              <a:buChar char="§"/>
            </a:pPr>
            <a:r>
              <a:rPr lang="en-US" sz="1400" dirty="0"/>
              <a:t>simulator code works and to assist in the implementation of the assignment, including writing and modifying parts of the code.</a:t>
            </a:r>
          </a:p>
          <a:p>
            <a:pPr algn="just">
              <a:lnSpc>
                <a:spcPct val="150000"/>
              </a:lnSpc>
              <a:buFont typeface="Wingdings" panose="05000000000000000000" pitchFamily="2" charset="2"/>
              <a:buChar char="§"/>
            </a:pPr>
            <a:r>
              <a:rPr lang="en-US" sz="1400" dirty="0"/>
              <a:t>ChatGPT was also used to help with Python syntax, code structuring, and implementation ideas, due to limited prior experience with Python.</a:t>
            </a:r>
          </a:p>
          <a:p>
            <a:pPr algn="just">
              <a:lnSpc>
                <a:spcPct val="150000"/>
              </a:lnSpc>
              <a:buFont typeface="Wingdings" panose="05000000000000000000" pitchFamily="2" charset="2"/>
              <a:buChar char="§"/>
            </a:pPr>
            <a:r>
              <a:rPr lang="en-US" sz="1400" dirty="0"/>
              <a:t>In addition, ChatGPT was used to support the writing of the report, helping with structure, clarity, and grammatical correctness.</a:t>
            </a:r>
          </a:p>
          <a:p>
            <a:pPr algn="just">
              <a:lnSpc>
                <a:spcPct val="150000"/>
              </a:lnSpc>
              <a:buFont typeface="Wingdings" panose="05000000000000000000" pitchFamily="2" charset="2"/>
              <a:buChar char="§"/>
            </a:pPr>
            <a:r>
              <a:rPr lang="en-US" sz="1400" dirty="0"/>
              <a:t>Gemini was occasionally used to clarify specific theoretical concepts.</a:t>
            </a:r>
          </a:p>
          <a:p>
            <a:pPr algn="just">
              <a:lnSpc>
                <a:spcPct val="150000"/>
              </a:lnSpc>
              <a:buFont typeface="Wingdings" panose="05000000000000000000" pitchFamily="2" charset="2"/>
              <a:buChar char="§"/>
            </a:pPr>
            <a:r>
              <a:rPr lang="en-US" sz="1400" dirty="0"/>
              <a:t>All design decisions, simulator modifications and experimental setups were independently carried out by the author.</a:t>
            </a:r>
          </a:p>
        </p:txBody>
      </p:sp>
    </p:spTree>
    <p:extLst>
      <p:ext uri="{BB962C8B-B14F-4D97-AF65-F5344CB8AC3E}">
        <p14:creationId xmlns:p14="http://schemas.microsoft.com/office/powerpoint/2010/main" val="3757805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C45F0C-14F2-96FD-DABF-A5C430566F52}"/>
              </a:ext>
            </a:extLst>
          </p:cNvPr>
          <p:cNvSpPr txBox="1">
            <a:spLocks/>
          </p:cNvSpPr>
          <p:nvPr/>
        </p:nvSpPr>
        <p:spPr>
          <a:xfrm>
            <a:off x="589935" y="385867"/>
            <a:ext cx="9601200" cy="931656"/>
          </a:xfrm>
          <a:prstGeom prst="rect">
            <a:avLst/>
          </a:prstGeom>
        </p:spPr>
        <p:txBody>
          <a:bodyPr/>
          <a:lstStyle>
            <a:lvl1pPr algn="l" defTabSz="914400" rtl="0" eaLnBrk="1" latinLnBrk="0" hangingPunct="1">
              <a:lnSpc>
                <a:spcPct val="90000"/>
              </a:lnSpc>
              <a:spcBef>
                <a:spcPct val="0"/>
              </a:spcBef>
              <a:buNone/>
              <a:defRPr sz="3200" b="1" kern="1200">
                <a:solidFill>
                  <a:schemeClr val="accent1">
                    <a:lumMod val="75000"/>
                  </a:schemeClr>
                </a:solidFill>
                <a:latin typeface="+mj-lt"/>
                <a:ea typeface="+mj-ea"/>
                <a:cs typeface="+mj-cs"/>
              </a:defRPr>
            </a:lvl1pPr>
          </a:lstStyle>
          <a:p>
            <a:r>
              <a:rPr lang="en-US" dirty="0"/>
              <a:t>Project Repository </a:t>
            </a:r>
            <a:endParaRPr lang="fa-IR" dirty="0"/>
          </a:p>
        </p:txBody>
      </p:sp>
      <p:sp>
        <p:nvSpPr>
          <p:cNvPr id="3" name="Content Placeholder 2">
            <a:extLst>
              <a:ext uri="{FF2B5EF4-FFF2-40B4-BE49-F238E27FC236}">
                <a16:creationId xmlns:a16="http://schemas.microsoft.com/office/drawing/2014/main" id="{0F7D86A3-63D3-98B8-D946-F66A656D9B3E}"/>
              </a:ext>
            </a:extLst>
          </p:cNvPr>
          <p:cNvSpPr txBox="1">
            <a:spLocks/>
          </p:cNvSpPr>
          <p:nvPr/>
        </p:nvSpPr>
        <p:spPr>
          <a:xfrm>
            <a:off x="589935" y="2372033"/>
            <a:ext cx="6833419" cy="3045541"/>
          </a:xfrm>
          <a:prstGeom prst="rect">
            <a:avLst/>
          </a:prstGeom>
        </p:spPr>
        <p:txBody>
          <a:bodyPr>
            <a:noAutofit/>
          </a:bodyPr>
          <a:lstStyle>
            <a:lvl1pPr marL="228600" indent="-228600" algn="l" defTabSz="914400" rtl="0" eaLnBrk="1" latinLnBrk="0" hangingPunct="1">
              <a:lnSpc>
                <a:spcPct val="90000"/>
              </a:lnSpc>
              <a:spcBef>
                <a:spcPts val="1800"/>
              </a:spcBef>
              <a:buClr>
                <a:schemeClr val="accent1">
                  <a:lumMod val="75000"/>
                </a:schemeClr>
              </a:buClr>
              <a:buSzPct val="100000"/>
              <a:buFont typeface="Arial" pitchFamily="34" charset="0"/>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1200"/>
              </a:spcBef>
              <a:buClr>
                <a:schemeClr val="accent1">
                  <a:lumMod val="75000"/>
                </a:schemeClr>
              </a:buClr>
              <a:buSzPct val="100000"/>
              <a:buFont typeface="Arial" pitchFamily="34" charset="0"/>
              <a:buChar char="▪"/>
              <a:defRPr sz="1800" kern="1200">
                <a:solidFill>
                  <a:schemeClr val="tx1"/>
                </a:solidFill>
                <a:latin typeface="+mn-lt"/>
                <a:ea typeface="+mn-ea"/>
                <a:cs typeface="+mn-cs"/>
              </a:defRPr>
            </a:lvl2pPr>
            <a:lvl3pPr marL="685800" indent="-179388" algn="l" defTabSz="914400" rtl="0" eaLnBrk="1" latinLnBrk="0" hangingPunct="1">
              <a:lnSpc>
                <a:spcPct val="90000"/>
              </a:lnSpc>
              <a:spcBef>
                <a:spcPts val="800"/>
              </a:spcBef>
              <a:buClr>
                <a:schemeClr val="accent1">
                  <a:lumMod val="75000"/>
                </a:schemeClr>
              </a:buClr>
              <a:buSzPct val="100000"/>
              <a:buFont typeface="Arial" pitchFamily="34" charset="0"/>
              <a:buChar char="▪"/>
              <a:defRPr sz="1600" kern="1200">
                <a:solidFill>
                  <a:schemeClr val="tx1"/>
                </a:solidFill>
                <a:latin typeface="+mn-lt"/>
                <a:ea typeface="+mn-ea"/>
                <a:cs typeface="+mn-cs"/>
              </a:defRPr>
            </a:lvl3pPr>
            <a:lvl4pPr marL="914400" indent="-182880" algn="l" defTabSz="914400" rtl="0" eaLnBrk="1" latinLnBrk="0" hangingPunct="1">
              <a:lnSpc>
                <a:spcPct val="90000"/>
              </a:lnSpc>
              <a:spcBef>
                <a:spcPts val="8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4pPr>
            <a:lvl5pPr marL="1143000" indent="-179388"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5pPr>
            <a:lvl6pPr marL="1371600" indent="-182880"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6pPr>
            <a:lvl7pPr marL="1600200" indent="-179388"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7pPr>
            <a:lvl8pPr marL="1828800" indent="-182880"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8pPr>
            <a:lvl9pPr marL="1878012" indent="0" algn="l" defTabSz="914400" rtl="0" eaLnBrk="1" latinLnBrk="0" hangingPunct="1">
              <a:lnSpc>
                <a:spcPct val="90000"/>
              </a:lnSpc>
              <a:spcBef>
                <a:spcPts val="600"/>
              </a:spcBef>
              <a:buClr>
                <a:schemeClr val="accent1">
                  <a:lumMod val="75000"/>
                </a:schemeClr>
              </a:buClr>
              <a:buSzPct val="100000"/>
              <a:buFont typeface="Arial" pitchFamily="34" charset="0"/>
              <a:buNone/>
              <a:defRPr sz="1400" kern="1200">
                <a:solidFill>
                  <a:schemeClr val="tx1"/>
                </a:solidFill>
                <a:latin typeface="+mn-lt"/>
                <a:ea typeface="+mn-ea"/>
                <a:cs typeface="+mn-cs"/>
              </a:defRPr>
            </a:lvl9pPr>
          </a:lstStyle>
          <a:p>
            <a:pPr marL="0" indent="0" algn="just">
              <a:lnSpc>
                <a:spcPct val="100000"/>
              </a:lnSpc>
              <a:buNone/>
            </a:pPr>
            <a:r>
              <a:rPr lang="en-US" sz="1400" dirty="0"/>
              <a:t>The source code of the simulator, execution scripts,</a:t>
            </a:r>
          </a:p>
          <a:p>
            <a:pPr marL="0" indent="0" algn="just">
              <a:lnSpc>
                <a:spcPct val="100000"/>
              </a:lnSpc>
              <a:buNone/>
            </a:pPr>
            <a:r>
              <a:rPr lang="en-US" sz="1400" dirty="0"/>
              <a:t>generated output files, and figures used in this report</a:t>
            </a:r>
          </a:p>
          <a:p>
            <a:pPr marL="0" indent="0" algn="just">
              <a:lnSpc>
                <a:spcPct val="100000"/>
              </a:lnSpc>
              <a:buNone/>
            </a:pPr>
            <a:r>
              <a:rPr lang="en-US" sz="1400" dirty="0"/>
              <a:t>are available at:</a:t>
            </a:r>
          </a:p>
          <a:p>
            <a:pPr marL="0" indent="0" algn="just">
              <a:lnSpc>
                <a:spcPct val="100000"/>
              </a:lnSpc>
              <a:buNone/>
            </a:pPr>
            <a:endParaRPr lang="en-US" sz="1400" dirty="0"/>
          </a:p>
          <a:p>
            <a:pPr marL="0" indent="0" algn="just">
              <a:lnSpc>
                <a:spcPct val="100000"/>
              </a:lnSpc>
              <a:buNone/>
            </a:pPr>
            <a:r>
              <a:rPr lang="en-US" sz="1400" dirty="0">
                <a:hlinkClick r:id="rId2"/>
              </a:rPr>
              <a:t>https://github.com/Argon2002/DC_Assignment1.git</a:t>
            </a:r>
            <a:endParaRPr lang="en-US" sz="1400" dirty="0"/>
          </a:p>
        </p:txBody>
      </p:sp>
    </p:spTree>
    <p:extLst>
      <p:ext uri="{BB962C8B-B14F-4D97-AF65-F5344CB8AC3E}">
        <p14:creationId xmlns:p14="http://schemas.microsoft.com/office/powerpoint/2010/main" val="5941230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14F3D5E5-8581-0905-037D-4E331F0A3823}"/>
              </a:ext>
            </a:extLst>
          </p:cNvPr>
          <p:cNvSpPr txBox="1">
            <a:spLocks/>
          </p:cNvSpPr>
          <p:nvPr/>
        </p:nvSpPr>
        <p:spPr>
          <a:xfrm>
            <a:off x="1305232" y="3098384"/>
            <a:ext cx="9581535" cy="661231"/>
          </a:xfrm>
          <a:prstGeom prst="rect">
            <a:avLst/>
          </a:prstGeom>
        </p:spPr>
        <p:txBody>
          <a:bodyPr/>
          <a:lstStyle>
            <a:lvl1pPr algn="l" defTabSz="914400" rtl="0" eaLnBrk="1" latinLnBrk="0" hangingPunct="1">
              <a:lnSpc>
                <a:spcPct val="90000"/>
              </a:lnSpc>
              <a:spcBef>
                <a:spcPct val="0"/>
              </a:spcBef>
              <a:buNone/>
              <a:defRPr sz="3200" b="1" kern="1200">
                <a:solidFill>
                  <a:schemeClr val="accent1">
                    <a:lumMod val="75000"/>
                  </a:schemeClr>
                </a:solidFill>
                <a:latin typeface="+mj-lt"/>
                <a:ea typeface="+mj-ea"/>
                <a:cs typeface="+mj-cs"/>
              </a:defRPr>
            </a:lvl1pPr>
          </a:lstStyle>
          <a:p>
            <a:pPr algn="ctr"/>
            <a:r>
              <a:rPr lang="en-US" sz="3600" dirty="0"/>
              <a:t>Appendix – Implementation Details</a:t>
            </a:r>
            <a:endParaRPr lang="fa-IR" sz="3600" dirty="0"/>
          </a:p>
        </p:txBody>
      </p:sp>
    </p:spTree>
    <p:extLst>
      <p:ext uri="{BB962C8B-B14F-4D97-AF65-F5344CB8AC3E}">
        <p14:creationId xmlns:p14="http://schemas.microsoft.com/office/powerpoint/2010/main" val="16173762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5809C9-A903-13BD-7F03-B39AF6929CB2}"/>
              </a:ext>
            </a:extLst>
          </p:cNvPr>
          <p:cNvSpPr txBox="1">
            <a:spLocks/>
          </p:cNvSpPr>
          <p:nvPr/>
        </p:nvSpPr>
        <p:spPr>
          <a:xfrm>
            <a:off x="609599" y="137628"/>
            <a:ext cx="9581535" cy="983250"/>
          </a:xfrm>
          <a:prstGeom prst="rect">
            <a:avLst/>
          </a:prstGeom>
        </p:spPr>
        <p:txBody>
          <a:bodyPr/>
          <a:lstStyle>
            <a:lvl1pPr algn="l" defTabSz="914400" rtl="0" eaLnBrk="1" latinLnBrk="0" hangingPunct="1">
              <a:lnSpc>
                <a:spcPct val="90000"/>
              </a:lnSpc>
              <a:spcBef>
                <a:spcPct val="0"/>
              </a:spcBef>
              <a:buNone/>
              <a:defRPr sz="3200" b="1" kern="1200">
                <a:solidFill>
                  <a:schemeClr val="accent1">
                    <a:lumMod val="75000"/>
                  </a:schemeClr>
                </a:solidFill>
                <a:latin typeface="+mj-lt"/>
                <a:ea typeface="+mj-ea"/>
                <a:cs typeface="+mj-cs"/>
              </a:defRPr>
            </a:lvl1pPr>
          </a:lstStyle>
          <a:p>
            <a:pPr>
              <a:lnSpc>
                <a:spcPct val="150000"/>
              </a:lnSpc>
            </a:pPr>
            <a:r>
              <a:rPr lang="en-US" dirty="0"/>
              <a:t>Files overview</a:t>
            </a:r>
          </a:p>
          <a:p>
            <a:endParaRPr lang="en-US" dirty="0"/>
          </a:p>
          <a:p>
            <a:endParaRPr lang="fa-IR" dirty="0"/>
          </a:p>
        </p:txBody>
      </p:sp>
      <p:sp>
        <p:nvSpPr>
          <p:cNvPr id="3" name="Content Placeholder 2">
            <a:extLst>
              <a:ext uri="{FF2B5EF4-FFF2-40B4-BE49-F238E27FC236}">
                <a16:creationId xmlns:a16="http://schemas.microsoft.com/office/drawing/2014/main" id="{6D57F891-89F8-4CB4-4AB0-5009CFE99E6C}"/>
              </a:ext>
            </a:extLst>
          </p:cNvPr>
          <p:cNvSpPr txBox="1">
            <a:spLocks/>
          </p:cNvSpPr>
          <p:nvPr/>
        </p:nvSpPr>
        <p:spPr>
          <a:xfrm>
            <a:off x="5574891" y="1410954"/>
            <a:ext cx="6027174" cy="5122607"/>
          </a:xfrm>
          <a:prstGeom prst="rect">
            <a:avLst/>
          </a:prstGeom>
        </p:spPr>
        <p:txBody>
          <a:bodyPr>
            <a:normAutofit/>
          </a:bodyPr>
          <a:lstStyle>
            <a:lvl1pPr marL="228600" indent="-228600" algn="l" defTabSz="914400" rtl="0" eaLnBrk="1" latinLnBrk="0" hangingPunct="1">
              <a:lnSpc>
                <a:spcPct val="90000"/>
              </a:lnSpc>
              <a:spcBef>
                <a:spcPts val="1800"/>
              </a:spcBef>
              <a:buClr>
                <a:schemeClr val="accent1">
                  <a:lumMod val="75000"/>
                </a:schemeClr>
              </a:buClr>
              <a:buSzPct val="100000"/>
              <a:buFont typeface="Arial" pitchFamily="34" charset="0"/>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1200"/>
              </a:spcBef>
              <a:buClr>
                <a:schemeClr val="accent1">
                  <a:lumMod val="75000"/>
                </a:schemeClr>
              </a:buClr>
              <a:buSzPct val="100000"/>
              <a:buFont typeface="Arial" pitchFamily="34" charset="0"/>
              <a:buChar char="▪"/>
              <a:defRPr sz="1800" kern="1200">
                <a:solidFill>
                  <a:schemeClr val="tx1"/>
                </a:solidFill>
                <a:latin typeface="+mn-lt"/>
                <a:ea typeface="+mn-ea"/>
                <a:cs typeface="+mn-cs"/>
              </a:defRPr>
            </a:lvl2pPr>
            <a:lvl3pPr marL="685800" indent="-179388" algn="l" defTabSz="914400" rtl="0" eaLnBrk="1" latinLnBrk="0" hangingPunct="1">
              <a:lnSpc>
                <a:spcPct val="90000"/>
              </a:lnSpc>
              <a:spcBef>
                <a:spcPts val="800"/>
              </a:spcBef>
              <a:buClr>
                <a:schemeClr val="accent1">
                  <a:lumMod val="75000"/>
                </a:schemeClr>
              </a:buClr>
              <a:buSzPct val="100000"/>
              <a:buFont typeface="Arial" pitchFamily="34" charset="0"/>
              <a:buChar char="▪"/>
              <a:defRPr sz="1600" kern="1200">
                <a:solidFill>
                  <a:schemeClr val="tx1"/>
                </a:solidFill>
                <a:latin typeface="+mn-lt"/>
                <a:ea typeface="+mn-ea"/>
                <a:cs typeface="+mn-cs"/>
              </a:defRPr>
            </a:lvl3pPr>
            <a:lvl4pPr marL="914400" indent="-182880" algn="l" defTabSz="914400" rtl="0" eaLnBrk="1" latinLnBrk="0" hangingPunct="1">
              <a:lnSpc>
                <a:spcPct val="90000"/>
              </a:lnSpc>
              <a:spcBef>
                <a:spcPts val="8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4pPr>
            <a:lvl5pPr marL="1143000" indent="-179388"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5pPr>
            <a:lvl6pPr marL="1371600" indent="-182880"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6pPr>
            <a:lvl7pPr marL="1600200" indent="-179388"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7pPr>
            <a:lvl8pPr marL="1828800" indent="-182880"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8pPr>
            <a:lvl9pPr marL="1878012" indent="0" algn="l" defTabSz="914400" rtl="0" eaLnBrk="1" latinLnBrk="0" hangingPunct="1">
              <a:lnSpc>
                <a:spcPct val="90000"/>
              </a:lnSpc>
              <a:spcBef>
                <a:spcPts val="600"/>
              </a:spcBef>
              <a:buClr>
                <a:schemeClr val="accent1">
                  <a:lumMod val="75000"/>
                </a:schemeClr>
              </a:buClr>
              <a:buSzPct val="100000"/>
              <a:buFont typeface="Arial" pitchFamily="34" charset="0"/>
              <a:buNone/>
              <a:defRPr sz="1400" kern="1200">
                <a:solidFill>
                  <a:schemeClr val="tx1"/>
                </a:solidFill>
                <a:latin typeface="+mn-lt"/>
                <a:ea typeface="+mn-ea"/>
                <a:cs typeface="+mn-cs"/>
              </a:defRPr>
            </a:lvl9pPr>
          </a:lstStyle>
          <a:p>
            <a:pPr marL="0" indent="0" algn="just">
              <a:lnSpc>
                <a:spcPct val="120000"/>
              </a:lnSpc>
              <a:buNone/>
            </a:pPr>
            <a:r>
              <a:rPr lang="en-US" sz="1200" dirty="0"/>
              <a:t>A quick look of the functionality of each file:</a:t>
            </a:r>
          </a:p>
          <a:p>
            <a:pPr algn="just">
              <a:lnSpc>
                <a:spcPct val="120000"/>
              </a:lnSpc>
            </a:pPr>
            <a:r>
              <a:rPr lang="en-US" sz="1200" dirty="0"/>
              <a:t>discrete_event_sim.py: core discrete-event simulation engine (event queue and simulation time)</a:t>
            </a:r>
          </a:p>
          <a:p>
            <a:pPr algn="just">
              <a:lnSpc>
                <a:spcPct val="120000"/>
              </a:lnSpc>
            </a:pPr>
            <a:r>
              <a:rPr lang="en-US" sz="1200" dirty="0"/>
              <a:t>queue_sim.py: implementation of the supermarket queueing model and simulation logic</a:t>
            </a:r>
          </a:p>
          <a:p>
            <a:pPr algn="just">
              <a:lnSpc>
                <a:spcPct val="120000"/>
              </a:lnSpc>
            </a:pPr>
            <a:r>
              <a:rPr lang="en-US" sz="1200" dirty="0"/>
              <a:t>workloads.py: workload generators, including Weibull-distributed arrivals and service times</a:t>
            </a:r>
            <a:endParaRPr lang="fa-IR" sz="1200" dirty="0"/>
          </a:p>
          <a:p>
            <a:pPr algn="just">
              <a:lnSpc>
                <a:spcPct val="120000"/>
              </a:lnSpc>
            </a:pPr>
            <a:r>
              <a:rPr lang="en-US" sz="1200" dirty="0"/>
              <a:t>supermarket_plot.py: comparison between experimental and theoretical queue length distributions</a:t>
            </a:r>
          </a:p>
          <a:p>
            <a:pPr algn="just">
              <a:lnSpc>
                <a:spcPct val="120000"/>
              </a:lnSpc>
            </a:pPr>
            <a:r>
              <a:rPr lang="en-US" sz="1200" dirty="0"/>
              <a:t>plot_queue_w.py: visualization of average system time (W) under different configurations</a:t>
            </a:r>
          </a:p>
          <a:p>
            <a:pPr algn="just">
              <a:lnSpc>
                <a:spcPct val="120000"/>
              </a:lnSpc>
            </a:pPr>
            <a:r>
              <a:rPr lang="en-US" sz="1200" dirty="0"/>
              <a:t>run_dc.ps1: automation script for running multiple experiments(using PowerShell)</a:t>
            </a:r>
          </a:p>
          <a:p>
            <a:pPr marL="0" indent="0" algn="just">
              <a:lnSpc>
                <a:spcPct val="120000"/>
              </a:lnSpc>
              <a:buNone/>
            </a:pPr>
            <a:r>
              <a:rPr lang="en-US" sz="1100" dirty="0"/>
              <a:t>Additionally, files such as d1.json, d2.json, d5.json, etc. are automatically generated while running the script. These files store the experimentally observed queue length distributions and are used to analyze and validate the simulation results.</a:t>
            </a:r>
          </a:p>
          <a:p>
            <a:pPr algn="just">
              <a:lnSpc>
                <a:spcPct val="120000"/>
              </a:lnSpc>
            </a:pPr>
            <a:endParaRPr lang="en-US" sz="1200" dirty="0"/>
          </a:p>
          <a:p>
            <a:pPr algn="just">
              <a:lnSpc>
                <a:spcPct val="120000"/>
              </a:lnSpc>
            </a:pPr>
            <a:endParaRPr lang="en-US" sz="1200" dirty="0"/>
          </a:p>
        </p:txBody>
      </p:sp>
      <p:pic>
        <p:nvPicPr>
          <p:cNvPr id="4" name="Picture 3">
            <a:extLst>
              <a:ext uri="{FF2B5EF4-FFF2-40B4-BE49-F238E27FC236}">
                <a16:creationId xmlns:a16="http://schemas.microsoft.com/office/drawing/2014/main" id="{4341EC65-D57A-F78E-E915-6C538F452132}"/>
              </a:ext>
            </a:extLst>
          </p:cNvPr>
          <p:cNvPicPr>
            <a:picLocks noChangeAspect="1"/>
          </p:cNvPicPr>
          <p:nvPr/>
        </p:nvPicPr>
        <p:blipFill>
          <a:blip r:embed="rId2"/>
          <a:stretch>
            <a:fillRect/>
          </a:stretch>
        </p:blipFill>
        <p:spPr>
          <a:xfrm>
            <a:off x="528485" y="2109021"/>
            <a:ext cx="4178540" cy="3726475"/>
          </a:xfrm>
          <a:prstGeom prst="rect">
            <a:avLst/>
          </a:prstGeom>
        </p:spPr>
      </p:pic>
    </p:spTree>
    <p:extLst>
      <p:ext uri="{BB962C8B-B14F-4D97-AF65-F5344CB8AC3E}">
        <p14:creationId xmlns:p14="http://schemas.microsoft.com/office/powerpoint/2010/main" val="15267974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B654F57B-9F01-BB76-26A1-2CA565760251}"/>
              </a:ext>
            </a:extLst>
          </p:cNvPr>
          <p:cNvSpPr txBox="1">
            <a:spLocks/>
          </p:cNvSpPr>
          <p:nvPr/>
        </p:nvSpPr>
        <p:spPr>
          <a:xfrm>
            <a:off x="589935" y="1978792"/>
            <a:ext cx="10579511" cy="4345858"/>
          </a:xfrm>
          <a:prstGeom prst="rect">
            <a:avLst/>
          </a:prstGeom>
        </p:spPr>
        <p:txBody>
          <a:bodyPr>
            <a:normAutofit/>
          </a:bodyPr>
          <a:lstStyle>
            <a:lvl1pPr marL="228600" indent="-228600" algn="l" defTabSz="914400" rtl="0" eaLnBrk="1" latinLnBrk="0" hangingPunct="1">
              <a:lnSpc>
                <a:spcPct val="90000"/>
              </a:lnSpc>
              <a:spcBef>
                <a:spcPts val="1800"/>
              </a:spcBef>
              <a:buClr>
                <a:schemeClr val="accent1">
                  <a:lumMod val="75000"/>
                </a:schemeClr>
              </a:buClr>
              <a:buSzPct val="100000"/>
              <a:buFont typeface="Arial" pitchFamily="34" charset="0"/>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1200"/>
              </a:spcBef>
              <a:buClr>
                <a:schemeClr val="accent1">
                  <a:lumMod val="75000"/>
                </a:schemeClr>
              </a:buClr>
              <a:buSzPct val="100000"/>
              <a:buFont typeface="Arial" pitchFamily="34" charset="0"/>
              <a:buChar char="▪"/>
              <a:defRPr sz="1800" kern="1200">
                <a:solidFill>
                  <a:schemeClr val="tx1"/>
                </a:solidFill>
                <a:latin typeface="+mn-lt"/>
                <a:ea typeface="+mn-ea"/>
                <a:cs typeface="+mn-cs"/>
              </a:defRPr>
            </a:lvl2pPr>
            <a:lvl3pPr marL="685800" indent="-179388" algn="l" defTabSz="914400" rtl="0" eaLnBrk="1" latinLnBrk="0" hangingPunct="1">
              <a:lnSpc>
                <a:spcPct val="90000"/>
              </a:lnSpc>
              <a:spcBef>
                <a:spcPts val="800"/>
              </a:spcBef>
              <a:buClr>
                <a:schemeClr val="accent1">
                  <a:lumMod val="75000"/>
                </a:schemeClr>
              </a:buClr>
              <a:buSzPct val="100000"/>
              <a:buFont typeface="Arial" pitchFamily="34" charset="0"/>
              <a:buChar char="▪"/>
              <a:defRPr sz="1600" kern="1200">
                <a:solidFill>
                  <a:schemeClr val="tx1"/>
                </a:solidFill>
                <a:latin typeface="+mn-lt"/>
                <a:ea typeface="+mn-ea"/>
                <a:cs typeface="+mn-cs"/>
              </a:defRPr>
            </a:lvl3pPr>
            <a:lvl4pPr marL="914400" indent="-182880" algn="l" defTabSz="914400" rtl="0" eaLnBrk="1" latinLnBrk="0" hangingPunct="1">
              <a:lnSpc>
                <a:spcPct val="90000"/>
              </a:lnSpc>
              <a:spcBef>
                <a:spcPts val="8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4pPr>
            <a:lvl5pPr marL="1143000" indent="-179388"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5pPr>
            <a:lvl6pPr marL="1371600" indent="-182880"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6pPr>
            <a:lvl7pPr marL="1600200" indent="-179388"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7pPr>
            <a:lvl8pPr marL="1828800" indent="-182880"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8pPr>
            <a:lvl9pPr marL="1878012" indent="0" algn="l" defTabSz="914400" rtl="0" eaLnBrk="1" latinLnBrk="0" hangingPunct="1">
              <a:lnSpc>
                <a:spcPct val="90000"/>
              </a:lnSpc>
              <a:spcBef>
                <a:spcPts val="600"/>
              </a:spcBef>
              <a:buClr>
                <a:schemeClr val="accent1">
                  <a:lumMod val="75000"/>
                </a:schemeClr>
              </a:buClr>
              <a:buSzPct val="100000"/>
              <a:buFont typeface="Arial" pitchFamily="34" charset="0"/>
              <a:buNone/>
              <a:defRPr sz="1400" kern="1200">
                <a:solidFill>
                  <a:schemeClr val="tx1"/>
                </a:solidFill>
                <a:latin typeface="+mn-lt"/>
                <a:ea typeface="+mn-ea"/>
                <a:cs typeface="+mn-cs"/>
              </a:defRPr>
            </a:lvl9pPr>
          </a:lstStyle>
          <a:p>
            <a:pPr algn="just">
              <a:lnSpc>
                <a:spcPct val="150000"/>
              </a:lnSpc>
            </a:pPr>
            <a:r>
              <a:rPr lang="en-US" sz="1400" dirty="0"/>
              <a:t>The simulator is executed using a PowerShell script (run_dc.ps1), which requires the simulation parameters to be provided explicitly.</a:t>
            </a:r>
          </a:p>
          <a:p>
            <a:pPr algn="just">
              <a:lnSpc>
                <a:spcPct val="150000"/>
              </a:lnSpc>
            </a:pPr>
            <a:r>
              <a:rPr lang="en-US" sz="1400" dirty="0"/>
              <a:t>A typical execution command is:</a:t>
            </a:r>
          </a:p>
          <a:p>
            <a:pPr marL="0" indent="0" algn="just">
              <a:lnSpc>
                <a:spcPct val="150000"/>
              </a:lnSpc>
              <a:buNone/>
            </a:pPr>
            <a:endParaRPr lang="en-US" sz="1400" dirty="0"/>
          </a:p>
          <a:p>
            <a:pPr algn="just">
              <a:lnSpc>
                <a:spcPct val="150000"/>
              </a:lnSpc>
            </a:pPr>
            <a:r>
              <a:rPr lang="en-US" sz="1400" dirty="0"/>
              <a:t>The script runs the simulator with the specified parameters, executes multiple experiments with different values of d (1, 2, 5, 8, 10), and automatically generates output files containing the experimental results and after that, the corresponding plots comparing experimental and theoretical results are displayed automatically.</a:t>
            </a:r>
          </a:p>
        </p:txBody>
      </p:sp>
      <p:sp>
        <p:nvSpPr>
          <p:cNvPr id="5" name="Title 1">
            <a:extLst>
              <a:ext uri="{FF2B5EF4-FFF2-40B4-BE49-F238E27FC236}">
                <a16:creationId xmlns:a16="http://schemas.microsoft.com/office/drawing/2014/main" id="{CE7A8D64-4915-F4BD-27D8-A3699096ECC5}"/>
              </a:ext>
            </a:extLst>
          </p:cNvPr>
          <p:cNvSpPr txBox="1">
            <a:spLocks/>
          </p:cNvSpPr>
          <p:nvPr/>
        </p:nvSpPr>
        <p:spPr>
          <a:xfrm>
            <a:off x="589935" y="230522"/>
            <a:ext cx="9601200" cy="1142385"/>
          </a:xfrm>
          <a:prstGeom prst="rect">
            <a:avLst/>
          </a:prstGeom>
        </p:spPr>
        <p:txBody>
          <a:bodyPr/>
          <a:lstStyle>
            <a:lvl1pPr algn="l" defTabSz="914400" rtl="0" eaLnBrk="1" latinLnBrk="0" hangingPunct="1">
              <a:lnSpc>
                <a:spcPct val="90000"/>
              </a:lnSpc>
              <a:spcBef>
                <a:spcPct val="0"/>
              </a:spcBef>
              <a:buNone/>
              <a:defRPr sz="3200" b="1" kern="1200">
                <a:solidFill>
                  <a:schemeClr val="accent1">
                    <a:lumMod val="75000"/>
                  </a:schemeClr>
                </a:solidFill>
                <a:latin typeface="+mj-lt"/>
                <a:ea typeface="+mj-ea"/>
                <a:cs typeface="+mj-cs"/>
              </a:defRPr>
            </a:lvl1pPr>
          </a:lstStyle>
          <a:p>
            <a:pPr>
              <a:lnSpc>
                <a:spcPct val="150000"/>
              </a:lnSpc>
            </a:pPr>
            <a:r>
              <a:rPr lang="en-US" dirty="0"/>
              <a:t>run_dc.ps1 &amp; execution</a:t>
            </a:r>
          </a:p>
        </p:txBody>
      </p:sp>
      <p:pic>
        <p:nvPicPr>
          <p:cNvPr id="18" name="Picture 17">
            <a:extLst>
              <a:ext uri="{FF2B5EF4-FFF2-40B4-BE49-F238E27FC236}">
                <a16:creationId xmlns:a16="http://schemas.microsoft.com/office/drawing/2014/main" id="{96545710-9923-D886-C031-8436BCD98176}"/>
              </a:ext>
            </a:extLst>
          </p:cNvPr>
          <p:cNvPicPr>
            <a:picLocks noChangeAspect="1"/>
          </p:cNvPicPr>
          <p:nvPr/>
        </p:nvPicPr>
        <p:blipFill>
          <a:blip r:embed="rId2"/>
          <a:stretch>
            <a:fillRect/>
          </a:stretch>
        </p:blipFill>
        <p:spPr>
          <a:xfrm>
            <a:off x="889687" y="3387212"/>
            <a:ext cx="5353797" cy="257211"/>
          </a:xfrm>
          <a:prstGeom prst="rect">
            <a:avLst/>
          </a:prstGeom>
        </p:spPr>
      </p:pic>
    </p:spTree>
    <p:extLst>
      <p:ext uri="{BB962C8B-B14F-4D97-AF65-F5344CB8AC3E}">
        <p14:creationId xmlns:p14="http://schemas.microsoft.com/office/powerpoint/2010/main" val="32302943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2DD57E-6DC0-47EC-B5ED-D0BDB5D3DB48}"/>
              </a:ext>
            </a:extLst>
          </p:cNvPr>
          <p:cNvSpPr txBox="1">
            <a:spLocks/>
          </p:cNvSpPr>
          <p:nvPr/>
        </p:nvSpPr>
        <p:spPr>
          <a:xfrm>
            <a:off x="570271" y="267879"/>
            <a:ext cx="9601200" cy="1142385"/>
          </a:xfrm>
          <a:prstGeom prst="rect">
            <a:avLst/>
          </a:prstGeom>
        </p:spPr>
        <p:txBody>
          <a:bodyPr/>
          <a:lstStyle>
            <a:lvl1pPr algn="l" defTabSz="914400" rtl="0" eaLnBrk="1" latinLnBrk="0" hangingPunct="1">
              <a:lnSpc>
                <a:spcPct val="90000"/>
              </a:lnSpc>
              <a:spcBef>
                <a:spcPct val="0"/>
              </a:spcBef>
              <a:buNone/>
              <a:defRPr sz="3200" b="1" kern="1200">
                <a:solidFill>
                  <a:schemeClr val="accent1">
                    <a:lumMod val="75000"/>
                  </a:schemeClr>
                </a:solidFill>
                <a:latin typeface="+mj-lt"/>
                <a:ea typeface="+mj-ea"/>
                <a:cs typeface="+mj-cs"/>
              </a:defRPr>
            </a:lvl1pPr>
          </a:lstStyle>
          <a:p>
            <a:pPr>
              <a:lnSpc>
                <a:spcPct val="150000"/>
              </a:lnSpc>
            </a:pPr>
            <a:r>
              <a:rPr lang="en-US" dirty="0"/>
              <a:t>Parameters</a:t>
            </a:r>
          </a:p>
        </p:txBody>
      </p:sp>
      <p:sp>
        <p:nvSpPr>
          <p:cNvPr id="3" name="Content Placeholder 2">
            <a:extLst>
              <a:ext uri="{FF2B5EF4-FFF2-40B4-BE49-F238E27FC236}">
                <a16:creationId xmlns:a16="http://schemas.microsoft.com/office/drawing/2014/main" id="{131BBAAA-7E10-32B4-12ED-969D6FD667E8}"/>
              </a:ext>
            </a:extLst>
          </p:cNvPr>
          <p:cNvSpPr txBox="1">
            <a:spLocks/>
          </p:cNvSpPr>
          <p:nvPr/>
        </p:nvSpPr>
        <p:spPr>
          <a:xfrm>
            <a:off x="570271" y="1836174"/>
            <a:ext cx="7669162" cy="4345858"/>
          </a:xfrm>
          <a:prstGeom prst="rect">
            <a:avLst/>
          </a:prstGeom>
        </p:spPr>
        <p:txBody>
          <a:bodyPr>
            <a:noAutofit/>
          </a:bodyPr>
          <a:lstStyle>
            <a:lvl1pPr marL="228600" indent="-228600" algn="l" defTabSz="914400" rtl="0" eaLnBrk="1" latinLnBrk="0" hangingPunct="1">
              <a:lnSpc>
                <a:spcPct val="90000"/>
              </a:lnSpc>
              <a:spcBef>
                <a:spcPts val="1800"/>
              </a:spcBef>
              <a:buClr>
                <a:schemeClr val="accent1">
                  <a:lumMod val="75000"/>
                </a:schemeClr>
              </a:buClr>
              <a:buSzPct val="100000"/>
              <a:buFont typeface="Arial" pitchFamily="34" charset="0"/>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1200"/>
              </a:spcBef>
              <a:buClr>
                <a:schemeClr val="accent1">
                  <a:lumMod val="75000"/>
                </a:schemeClr>
              </a:buClr>
              <a:buSzPct val="100000"/>
              <a:buFont typeface="Arial" pitchFamily="34" charset="0"/>
              <a:buChar char="▪"/>
              <a:defRPr sz="1800" kern="1200">
                <a:solidFill>
                  <a:schemeClr val="tx1"/>
                </a:solidFill>
                <a:latin typeface="+mn-lt"/>
                <a:ea typeface="+mn-ea"/>
                <a:cs typeface="+mn-cs"/>
              </a:defRPr>
            </a:lvl2pPr>
            <a:lvl3pPr marL="685800" indent="-179388" algn="l" defTabSz="914400" rtl="0" eaLnBrk="1" latinLnBrk="0" hangingPunct="1">
              <a:lnSpc>
                <a:spcPct val="90000"/>
              </a:lnSpc>
              <a:spcBef>
                <a:spcPts val="800"/>
              </a:spcBef>
              <a:buClr>
                <a:schemeClr val="accent1">
                  <a:lumMod val="75000"/>
                </a:schemeClr>
              </a:buClr>
              <a:buSzPct val="100000"/>
              <a:buFont typeface="Arial" pitchFamily="34" charset="0"/>
              <a:buChar char="▪"/>
              <a:defRPr sz="1600" kern="1200">
                <a:solidFill>
                  <a:schemeClr val="tx1"/>
                </a:solidFill>
                <a:latin typeface="+mn-lt"/>
                <a:ea typeface="+mn-ea"/>
                <a:cs typeface="+mn-cs"/>
              </a:defRPr>
            </a:lvl3pPr>
            <a:lvl4pPr marL="914400" indent="-182880" algn="l" defTabSz="914400" rtl="0" eaLnBrk="1" latinLnBrk="0" hangingPunct="1">
              <a:lnSpc>
                <a:spcPct val="90000"/>
              </a:lnSpc>
              <a:spcBef>
                <a:spcPts val="8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4pPr>
            <a:lvl5pPr marL="1143000" indent="-179388"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5pPr>
            <a:lvl6pPr marL="1371600" indent="-182880"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6pPr>
            <a:lvl7pPr marL="1600200" indent="-179388"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7pPr>
            <a:lvl8pPr marL="1828800" indent="-182880"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8pPr>
            <a:lvl9pPr marL="1878012" indent="0" algn="l" defTabSz="914400" rtl="0" eaLnBrk="1" latinLnBrk="0" hangingPunct="1">
              <a:lnSpc>
                <a:spcPct val="90000"/>
              </a:lnSpc>
              <a:spcBef>
                <a:spcPts val="600"/>
              </a:spcBef>
              <a:buClr>
                <a:schemeClr val="accent1">
                  <a:lumMod val="75000"/>
                </a:schemeClr>
              </a:buClr>
              <a:buSzPct val="100000"/>
              <a:buFont typeface="Arial" pitchFamily="34" charset="0"/>
              <a:buNone/>
              <a:defRPr sz="1400" kern="1200">
                <a:solidFill>
                  <a:schemeClr val="tx1"/>
                </a:solidFill>
                <a:latin typeface="+mn-lt"/>
                <a:ea typeface="+mn-ea"/>
                <a:cs typeface="+mn-cs"/>
              </a:defRPr>
            </a:lvl9pPr>
          </a:lstStyle>
          <a:p>
            <a:pPr marL="0" indent="0" algn="just">
              <a:lnSpc>
                <a:spcPct val="150000"/>
              </a:lnSpc>
              <a:buNone/>
            </a:pPr>
            <a:r>
              <a:rPr lang="en-US" sz="1400" dirty="0"/>
              <a:t>The PowerShell script allows configuring the simulator through a set of parameters.</a:t>
            </a:r>
          </a:p>
          <a:p>
            <a:pPr marL="0" indent="0" algn="just">
              <a:lnSpc>
                <a:spcPct val="150000"/>
              </a:lnSpc>
              <a:buNone/>
            </a:pPr>
            <a:endParaRPr lang="en-US" sz="1200" b="1" dirty="0"/>
          </a:p>
          <a:p>
            <a:pPr algn="just">
              <a:lnSpc>
                <a:spcPct val="150000"/>
              </a:lnSpc>
            </a:pPr>
            <a:r>
              <a:rPr lang="en-US" sz="1600" dirty="0"/>
              <a:t>λ (LAMBD): job arrival rate</a:t>
            </a:r>
          </a:p>
          <a:p>
            <a:pPr algn="just">
              <a:lnSpc>
                <a:spcPct val="150000"/>
              </a:lnSpc>
            </a:pPr>
            <a:r>
              <a:rPr lang="en-US" sz="1600" dirty="0"/>
              <a:t>μ (MU): service rate</a:t>
            </a:r>
          </a:p>
          <a:p>
            <a:pPr algn="just">
              <a:lnSpc>
                <a:spcPct val="150000"/>
              </a:lnSpc>
            </a:pPr>
            <a:r>
              <a:rPr lang="en-US" sz="1600" dirty="0"/>
              <a:t>N: number of servers</a:t>
            </a:r>
          </a:p>
          <a:p>
            <a:pPr algn="just">
              <a:lnSpc>
                <a:spcPct val="150000"/>
              </a:lnSpc>
            </a:pPr>
            <a:r>
              <a:rPr lang="en-US" sz="1600" dirty="0"/>
              <a:t>MAXT: maximum simulation time</a:t>
            </a:r>
          </a:p>
          <a:p>
            <a:pPr algn="just">
              <a:lnSpc>
                <a:spcPct val="150000"/>
              </a:lnSpc>
            </a:pPr>
            <a:r>
              <a:rPr lang="en-US" sz="1600" dirty="0"/>
              <a:t>D: list of values for the number of sampled queues</a:t>
            </a:r>
          </a:p>
          <a:p>
            <a:pPr algn="just">
              <a:lnSpc>
                <a:spcPct val="150000"/>
              </a:lnSpc>
            </a:pPr>
            <a:endParaRPr lang="en-US" sz="1600" dirty="0"/>
          </a:p>
        </p:txBody>
      </p:sp>
      <p:sp>
        <p:nvSpPr>
          <p:cNvPr id="4" name="Content Placeholder 2">
            <a:extLst>
              <a:ext uri="{FF2B5EF4-FFF2-40B4-BE49-F238E27FC236}">
                <a16:creationId xmlns:a16="http://schemas.microsoft.com/office/drawing/2014/main" id="{E05414AB-B8CD-D75D-6B8E-B8960979FA6B}"/>
              </a:ext>
            </a:extLst>
          </p:cNvPr>
          <p:cNvSpPr txBox="1">
            <a:spLocks/>
          </p:cNvSpPr>
          <p:nvPr/>
        </p:nvSpPr>
        <p:spPr>
          <a:xfrm>
            <a:off x="6096000" y="2467282"/>
            <a:ext cx="5525729" cy="4122839"/>
          </a:xfrm>
          <a:prstGeom prst="rect">
            <a:avLst/>
          </a:prstGeom>
        </p:spPr>
        <p:txBody>
          <a:bodyPr>
            <a:noAutofit/>
          </a:bodyPr>
          <a:lstStyle>
            <a:lvl1pPr marL="228600" indent="-228600" algn="l" defTabSz="914400" rtl="0" eaLnBrk="1" latinLnBrk="0" hangingPunct="1">
              <a:lnSpc>
                <a:spcPct val="90000"/>
              </a:lnSpc>
              <a:spcBef>
                <a:spcPts val="1800"/>
              </a:spcBef>
              <a:buClr>
                <a:schemeClr val="accent1">
                  <a:lumMod val="75000"/>
                </a:schemeClr>
              </a:buClr>
              <a:buSzPct val="100000"/>
              <a:buFont typeface="Arial" pitchFamily="34" charset="0"/>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1200"/>
              </a:spcBef>
              <a:buClr>
                <a:schemeClr val="accent1">
                  <a:lumMod val="75000"/>
                </a:schemeClr>
              </a:buClr>
              <a:buSzPct val="100000"/>
              <a:buFont typeface="Arial" pitchFamily="34" charset="0"/>
              <a:buChar char="▪"/>
              <a:defRPr sz="1800" kern="1200">
                <a:solidFill>
                  <a:schemeClr val="tx1"/>
                </a:solidFill>
                <a:latin typeface="+mn-lt"/>
                <a:ea typeface="+mn-ea"/>
                <a:cs typeface="+mn-cs"/>
              </a:defRPr>
            </a:lvl2pPr>
            <a:lvl3pPr marL="685800" indent="-179388" algn="l" defTabSz="914400" rtl="0" eaLnBrk="1" latinLnBrk="0" hangingPunct="1">
              <a:lnSpc>
                <a:spcPct val="90000"/>
              </a:lnSpc>
              <a:spcBef>
                <a:spcPts val="800"/>
              </a:spcBef>
              <a:buClr>
                <a:schemeClr val="accent1">
                  <a:lumMod val="75000"/>
                </a:schemeClr>
              </a:buClr>
              <a:buSzPct val="100000"/>
              <a:buFont typeface="Arial" pitchFamily="34" charset="0"/>
              <a:buChar char="▪"/>
              <a:defRPr sz="1600" kern="1200">
                <a:solidFill>
                  <a:schemeClr val="tx1"/>
                </a:solidFill>
                <a:latin typeface="+mn-lt"/>
                <a:ea typeface="+mn-ea"/>
                <a:cs typeface="+mn-cs"/>
              </a:defRPr>
            </a:lvl3pPr>
            <a:lvl4pPr marL="914400" indent="-182880" algn="l" defTabSz="914400" rtl="0" eaLnBrk="1" latinLnBrk="0" hangingPunct="1">
              <a:lnSpc>
                <a:spcPct val="90000"/>
              </a:lnSpc>
              <a:spcBef>
                <a:spcPts val="8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4pPr>
            <a:lvl5pPr marL="1143000" indent="-179388"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5pPr>
            <a:lvl6pPr marL="1371600" indent="-182880"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6pPr>
            <a:lvl7pPr marL="1600200" indent="-179388"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7pPr>
            <a:lvl8pPr marL="1828800" indent="-182880"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8pPr>
            <a:lvl9pPr marL="1878012" indent="0" algn="l" defTabSz="914400" rtl="0" eaLnBrk="1" latinLnBrk="0" hangingPunct="1">
              <a:lnSpc>
                <a:spcPct val="90000"/>
              </a:lnSpc>
              <a:spcBef>
                <a:spcPts val="600"/>
              </a:spcBef>
              <a:buClr>
                <a:schemeClr val="accent1">
                  <a:lumMod val="75000"/>
                </a:schemeClr>
              </a:buClr>
              <a:buSzPct val="100000"/>
              <a:buFont typeface="Arial" pitchFamily="34" charset="0"/>
              <a:buNone/>
              <a:defRPr sz="1400" kern="1200">
                <a:solidFill>
                  <a:schemeClr val="tx1"/>
                </a:solidFill>
                <a:latin typeface="+mn-lt"/>
                <a:ea typeface="+mn-ea"/>
                <a:cs typeface="+mn-cs"/>
              </a:defRPr>
            </a:lvl9pPr>
          </a:lstStyle>
          <a:p>
            <a:pPr marL="0" indent="0" algn="just">
              <a:lnSpc>
                <a:spcPct val="150000"/>
              </a:lnSpc>
              <a:buNone/>
            </a:pPr>
            <a:r>
              <a:rPr lang="en-US" sz="1600" dirty="0"/>
              <a:t>Optional parameters:</a:t>
            </a:r>
          </a:p>
          <a:p>
            <a:pPr algn="just">
              <a:lnSpc>
                <a:spcPct val="150000"/>
              </a:lnSpc>
            </a:pPr>
            <a:r>
              <a:rPr lang="en-US" sz="1400" dirty="0"/>
              <a:t>WEIBULL_SERVICE_SHAPE: shape parameter for service time distribution</a:t>
            </a:r>
          </a:p>
          <a:p>
            <a:pPr algn="just">
              <a:lnSpc>
                <a:spcPct val="150000"/>
              </a:lnSpc>
            </a:pPr>
            <a:r>
              <a:rPr lang="en-US" sz="1400" dirty="0"/>
              <a:t>WEIBULL_ARRIVAL_SHAPE: shape parameter for inter-arrival time distribution</a:t>
            </a:r>
          </a:p>
          <a:p>
            <a:pPr algn="just">
              <a:lnSpc>
                <a:spcPct val="150000"/>
              </a:lnSpc>
            </a:pPr>
            <a:r>
              <a:rPr lang="en-US" sz="1400" dirty="0"/>
              <a:t>QUEUE_CAPACITY: maximum queue size</a:t>
            </a:r>
          </a:p>
          <a:p>
            <a:pPr algn="just">
              <a:lnSpc>
                <a:spcPct val="150000"/>
              </a:lnSpc>
            </a:pPr>
            <a:r>
              <a:rPr lang="en-US" sz="1400" dirty="0"/>
              <a:t>OVERFLOW_BEHAVIOUR_OPTION: drop or retry</a:t>
            </a:r>
          </a:p>
          <a:p>
            <a:pPr algn="just">
              <a:lnSpc>
                <a:spcPct val="150000"/>
              </a:lnSpc>
            </a:pPr>
            <a:r>
              <a:rPr lang="en-US" sz="1400" dirty="0"/>
              <a:t>MAX_RETRIES: number of retries when retry is enabled</a:t>
            </a:r>
          </a:p>
        </p:txBody>
      </p:sp>
    </p:spTree>
    <p:extLst>
      <p:ext uri="{BB962C8B-B14F-4D97-AF65-F5344CB8AC3E}">
        <p14:creationId xmlns:p14="http://schemas.microsoft.com/office/powerpoint/2010/main" val="39009397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8D9C3B-F877-FCF5-D062-B76BAD7152CB}"/>
              </a:ext>
            </a:extLst>
          </p:cNvPr>
          <p:cNvSpPr>
            <a:spLocks noGrp="1"/>
          </p:cNvSpPr>
          <p:nvPr>
            <p:ph type="title"/>
          </p:nvPr>
        </p:nvSpPr>
        <p:spPr>
          <a:xfrm>
            <a:off x="1295400" y="2944794"/>
            <a:ext cx="9601200" cy="968411"/>
          </a:xfrm>
        </p:spPr>
        <p:txBody>
          <a:bodyPr>
            <a:normAutofit/>
          </a:bodyPr>
          <a:lstStyle/>
          <a:p>
            <a:pPr algn="ctr"/>
            <a:r>
              <a:rPr lang="en-US" sz="4800" dirty="0"/>
              <a:t>Thanks for your attention!</a:t>
            </a:r>
          </a:p>
        </p:txBody>
      </p:sp>
      <p:sp>
        <p:nvSpPr>
          <p:cNvPr id="3" name="Text Placeholder 2">
            <a:extLst>
              <a:ext uri="{FF2B5EF4-FFF2-40B4-BE49-F238E27FC236}">
                <a16:creationId xmlns:a16="http://schemas.microsoft.com/office/drawing/2014/main" id="{B4BB61C2-2B6E-E3CC-425D-E16802C5538B}"/>
              </a:ext>
            </a:extLst>
          </p:cNvPr>
          <p:cNvSpPr>
            <a:spLocks noGrp="1"/>
          </p:cNvSpPr>
          <p:nvPr>
            <p:ph type="body" idx="1"/>
          </p:nvPr>
        </p:nvSpPr>
        <p:spPr>
          <a:xfrm>
            <a:off x="1295400" y="5468795"/>
            <a:ext cx="9601200" cy="457200"/>
          </a:xfrm>
        </p:spPr>
        <p:txBody>
          <a:bodyPr/>
          <a:lstStyle/>
          <a:p>
            <a:r>
              <a:rPr lang="en-US" dirty="0"/>
              <a:t>Mohammad Hossein Mahrooghi – S7499834</a:t>
            </a:r>
          </a:p>
        </p:txBody>
      </p:sp>
      <p:pic>
        <p:nvPicPr>
          <p:cNvPr id="4" name="Picture 3">
            <a:extLst>
              <a:ext uri="{FF2B5EF4-FFF2-40B4-BE49-F238E27FC236}">
                <a16:creationId xmlns:a16="http://schemas.microsoft.com/office/drawing/2014/main" id="{D5E5444C-B70E-7466-59DA-0C62DA8E7599}"/>
              </a:ext>
            </a:extLst>
          </p:cNvPr>
          <p:cNvPicPr>
            <a:picLocks noChangeAspect="1"/>
          </p:cNvPicPr>
          <p:nvPr/>
        </p:nvPicPr>
        <p:blipFill>
          <a:blip r:embed="rId2"/>
          <a:stretch>
            <a:fillRect/>
          </a:stretch>
        </p:blipFill>
        <p:spPr>
          <a:xfrm>
            <a:off x="8820615" y="5394277"/>
            <a:ext cx="2075985" cy="531718"/>
          </a:xfrm>
          <a:prstGeom prst="rect">
            <a:avLst/>
          </a:prstGeom>
        </p:spPr>
      </p:pic>
    </p:spTree>
    <p:extLst>
      <p:ext uri="{BB962C8B-B14F-4D97-AF65-F5344CB8AC3E}">
        <p14:creationId xmlns:p14="http://schemas.microsoft.com/office/powerpoint/2010/main" val="24798358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Diamond Grid 16x9">
  <a:themeElements>
    <a:clrScheme name="DiamondGrid">
      <a:dk1>
        <a:srgbClr val="2D2E2D"/>
      </a:dk1>
      <a:lt1>
        <a:sysClr val="window" lastClr="FFFFFF"/>
      </a:lt1>
      <a:dk2>
        <a:srgbClr val="000000"/>
      </a:dk2>
      <a:lt2>
        <a:srgbClr val="EAEAEA"/>
      </a:lt2>
      <a:accent1>
        <a:srgbClr val="D15A3E"/>
      </a:accent1>
      <a:accent2>
        <a:srgbClr val="B2B2B2"/>
      </a:accent2>
      <a:accent3>
        <a:srgbClr val="4F91A1"/>
      </a:accent3>
      <a:accent4>
        <a:srgbClr val="F0BA34"/>
      </a:accent4>
      <a:accent5>
        <a:srgbClr val="AEB733"/>
      </a:accent5>
      <a:accent6>
        <a:srgbClr val="926397"/>
      </a:accent6>
      <a:hlink>
        <a:srgbClr val="4F91A1"/>
      </a:hlink>
      <a:folHlink>
        <a:srgbClr val="808080"/>
      </a:folHlink>
    </a:clrScheme>
    <a:fontScheme name="Arial">
      <a:majorFont>
        <a:latin typeface="Aria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Aria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usiness diamond grid presentation (widescreen).potx" id="{B2221865-AD13-4DF0-B68E-BF08E8CC5659}" vid="{BAA0C488-98B6-4F47-8E1C-5C7CD9605F73}"/>
    </a:ext>
  </a:extLst>
</a:theme>
</file>

<file path=ppt/theme/theme2.xml><?xml version="1.0" encoding="utf-8"?>
<a:theme xmlns:a="http://schemas.openxmlformats.org/drawingml/2006/main" name="Office Theme">
  <a:themeElements>
    <a:clrScheme name="DiamondGrid">
      <a:dk1>
        <a:srgbClr val="2D2E2D"/>
      </a:dk1>
      <a:lt1>
        <a:sysClr val="window" lastClr="FFFFFF"/>
      </a:lt1>
      <a:dk2>
        <a:srgbClr val="000000"/>
      </a:dk2>
      <a:lt2>
        <a:srgbClr val="EAEAEA"/>
      </a:lt2>
      <a:accent1>
        <a:srgbClr val="D15A3E"/>
      </a:accent1>
      <a:accent2>
        <a:srgbClr val="B2B2B2"/>
      </a:accent2>
      <a:accent3>
        <a:srgbClr val="4F91A1"/>
      </a:accent3>
      <a:accent4>
        <a:srgbClr val="F0BA34"/>
      </a:accent4>
      <a:accent5>
        <a:srgbClr val="AEB733"/>
      </a:accent5>
      <a:accent6>
        <a:srgbClr val="926397"/>
      </a:accent6>
      <a:hlink>
        <a:srgbClr val="4F91A1"/>
      </a:hlink>
      <a:folHlink>
        <a:srgbClr val="808080"/>
      </a:folHlink>
    </a:clrScheme>
    <a:fontScheme name="Arial">
      <a:majorFont>
        <a:latin typeface="Aria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Aria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57000"/>
                <a:satMod val="101000"/>
              </a:schemeClr>
            </a:gs>
            <a:gs pos="50000">
              <a:schemeClr val="phClr">
                <a:lumMod val="137000"/>
                <a:satMod val="103000"/>
              </a:schemeClr>
            </a:gs>
            <a:gs pos="100000">
              <a:schemeClr val="phClr">
                <a:lumMod val="115000"/>
                <a:satMod val="109000"/>
              </a:schemeClr>
            </a:gs>
          </a:gsLst>
          <a:lin ang="5400000" scaled="0"/>
        </a:gradFill>
        <a:gradFill rotWithShape="1">
          <a:gsLst>
            <a:gs pos="0">
              <a:schemeClr val="phClr">
                <a:satMod val="103000"/>
                <a:lumMod val="118000"/>
              </a:schemeClr>
            </a:gs>
            <a:gs pos="50000">
              <a:schemeClr val="phClr">
                <a:satMod val="89000"/>
                <a:lumMod val="91000"/>
              </a:schemeClr>
            </a:gs>
            <a:gs pos="100000">
              <a:schemeClr val="phClr">
                <a:lumMod val="6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100000"/>
                <a:satMod val="100000"/>
                <a:shade val="0"/>
              </a:schemeClr>
            </a:gs>
            <a:gs pos="0">
              <a:scrgbClr r="0" g="0" b="0"/>
            </a:gs>
            <a:gs pos="100000">
              <a:schemeClr val="phClr">
                <a:shade val="100000"/>
                <a:satMod val="100000"/>
              </a:schemeClr>
            </a:gs>
          </a:gsLst>
          <a:lin ang="5400000" scaled="0"/>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DiamondGrid">
      <a:dk1>
        <a:srgbClr val="2D2E2D"/>
      </a:dk1>
      <a:lt1>
        <a:sysClr val="window" lastClr="FFFFFF"/>
      </a:lt1>
      <a:dk2>
        <a:srgbClr val="000000"/>
      </a:dk2>
      <a:lt2>
        <a:srgbClr val="EAEAEA"/>
      </a:lt2>
      <a:accent1>
        <a:srgbClr val="D15A3E"/>
      </a:accent1>
      <a:accent2>
        <a:srgbClr val="B2B2B2"/>
      </a:accent2>
      <a:accent3>
        <a:srgbClr val="4F91A1"/>
      </a:accent3>
      <a:accent4>
        <a:srgbClr val="F0BA34"/>
      </a:accent4>
      <a:accent5>
        <a:srgbClr val="AEB733"/>
      </a:accent5>
      <a:accent6>
        <a:srgbClr val="926397"/>
      </a:accent6>
      <a:hlink>
        <a:srgbClr val="4F91A1"/>
      </a:hlink>
      <a:folHlink>
        <a:srgbClr val="808080"/>
      </a:folHlink>
    </a:clrScheme>
    <a:fontScheme name="Arial">
      <a:majorFont>
        <a:latin typeface="Aria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Aria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57000"/>
                <a:satMod val="101000"/>
              </a:schemeClr>
            </a:gs>
            <a:gs pos="50000">
              <a:schemeClr val="phClr">
                <a:lumMod val="137000"/>
                <a:satMod val="103000"/>
              </a:schemeClr>
            </a:gs>
            <a:gs pos="100000">
              <a:schemeClr val="phClr">
                <a:lumMod val="115000"/>
                <a:satMod val="109000"/>
              </a:schemeClr>
            </a:gs>
          </a:gsLst>
          <a:lin ang="5400000" scaled="0"/>
        </a:gradFill>
        <a:gradFill rotWithShape="1">
          <a:gsLst>
            <a:gs pos="0">
              <a:schemeClr val="phClr">
                <a:satMod val="103000"/>
                <a:lumMod val="118000"/>
              </a:schemeClr>
            </a:gs>
            <a:gs pos="50000">
              <a:schemeClr val="phClr">
                <a:satMod val="89000"/>
                <a:lumMod val="91000"/>
              </a:schemeClr>
            </a:gs>
            <a:gs pos="100000">
              <a:schemeClr val="phClr">
                <a:lumMod val="6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100000"/>
                <a:satMod val="100000"/>
                <a:shade val="0"/>
              </a:schemeClr>
            </a:gs>
            <a:gs pos="0">
              <a:scrgbClr r="0" g="0" b="0"/>
            </a:gs>
            <a:gs pos="100000">
              <a:schemeClr val="phClr">
                <a:shade val="100000"/>
                <a:satMod val="100000"/>
              </a:schemeClr>
            </a:gs>
          </a:gsLst>
          <a:lin ang="5400000" scaled="0"/>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Business diamond grid presentation (widescreen)</Template>
  <TotalTime>919</TotalTime>
  <Words>1719</Words>
  <Application>Microsoft Office PowerPoint</Application>
  <PresentationFormat>Widescreen</PresentationFormat>
  <Paragraphs>155</Paragraphs>
  <Slides>23</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Wingdings</vt:lpstr>
      <vt:lpstr>Diamond Grid 16x9</vt:lpstr>
      <vt:lpstr>Assignment 1</vt:lpstr>
      <vt:lpstr>Introduction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Thanks for your attention!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Hosein Mahrooghi</dc:creator>
  <cp:lastModifiedBy>Hosein Mahrooghi</cp:lastModifiedBy>
  <cp:revision>15</cp:revision>
  <dcterms:created xsi:type="dcterms:W3CDTF">2026-01-15T13:19:34Z</dcterms:created>
  <dcterms:modified xsi:type="dcterms:W3CDTF">2026-01-31T20:37:40Z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0x010100AA3F7D94069FF64A86F7DFF56D60E3BE</vt:lpwstr>
  </property>
  <property fmtid="{D5CDD505-2E9C-101B-9397-08002B2CF9AE}" pid="3" name="InternalTags">
    <vt:lpwstr/>
  </property>
  <property fmtid="{D5CDD505-2E9C-101B-9397-08002B2CF9AE}" pid="4" name="FeatureTags">
    <vt:lpwstr/>
  </property>
  <property fmtid="{D5CDD505-2E9C-101B-9397-08002B2CF9AE}" pid="5" name="LocalizationTags">
    <vt:lpwstr/>
  </property>
  <property fmtid="{D5CDD505-2E9C-101B-9397-08002B2CF9AE}" pid="6" name="ScenarioTags">
    <vt:lpwstr/>
  </property>
  <property fmtid="{D5CDD505-2E9C-101B-9397-08002B2CF9AE}" pid="7" name="CampaignTags">
    <vt:lpwstr/>
  </property>
</Properties>
</file>